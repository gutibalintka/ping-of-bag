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7" r:id="rId11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20834A-DF8F-3752-E8DE-822B1C7F3BA0}" v="1" dt="2026-04-26T22:00:05.723"/>
    <p1510:client id="{74D20E0D-0B2C-F3E0-E228-35E3CA65E0CF}" v="684" dt="2026-04-26T21:58:28.752"/>
    <p1510:client id="{E941ED0C-6436-7314-A389-41820FE62F31}" v="457" dt="2026-04-26T21:03:35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0C3530-A102-4119-A2A3-62AFC4FA151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256C155-CC97-4F7C-96E1-8D7A2FB7C773}">
      <dgm:prSet/>
      <dgm:spPr/>
      <dgm:t>
        <a:bodyPr/>
        <a:lstStyle/>
        <a:p>
          <a:r>
            <a:rPr lang="hu-HU"/>
            <a:t>A csapat tagjai CCNA 1-3 tanúsítványokkal rendelkeznek</a:t>
          </a:r>
          <a:endParaRPr lang="en-US"/>
        </a:p>
      </dgm:t>
    </dgm:pt>
    <dgm:pt modelId="{807F69C3-6A48-4893-A392-34B63747420A}" type="parTrans" cxnId="{EA46DFAA-1B1C-4B03-8C80-BAC7AB797A52}">
      <dgm:prSet/>
      <dgm:spPr/>
      <dgm:t>
        <a:bodyPr/>
        <a:lstStyle/>
        <a:p>
          <a:endParaRPr lang="en-US"/>
        </a:p>
      </dgm:t>
    </dgm:pt>
    <dgm:pt modelId="{9703AB52-2E95-4C71-8377-F4916BF17737}" type="sibTrans" cxnId="{EA46DFAA-1B1C-4B03-8C80-BAC7AB797A52}">
      <dgm:prSet/>
      <dgm:spPr/>
      <dgm:t>
        <a:bodyPr/>
        <a:lstStyle/>
        <a:p>
          <a:endParaRPr lang="en-US"/>
        </a:p>
      </dgm:t>
    </dgm:pt>
    <dgm:pt modelId="{3BD87092-F412-455F-8E29-424B8A5C52DB}">
      <dgm:prSet/>
      <dgm:spPr/>
      <dgm:t>
        <a:bodyPr/>
        <a:lstStyle/>
        <a:p>
          <a:r>
            <a:rPr lang="hu-HU"/>
            <a:t>Három fős informatikai csapat</a:t>
          </a:r>
          <a:endParaRPr lang="en-US"/>
        </a:p>
      </dgm:t>
    </dgm:pt>
    <dgm:pt modelId="{551FFF9E-FF11-443B-9F73-E886ECF5B9E7}" type="parTrans" cxnId="{753CC04E-469A-4C06-8C9A-3112B06FF29C}">
      <dgm:prSet/>
      <dgm:spPr/>
      <dgm:t>
        <a:bodyPr/>
        <a:lstStyle/>
        <a:p>
          <a:endParaRPr lang="en-US"/>
        </a:p>
      </dgm:t>
    </dgm:pt>
    <dgm:pt modelId="{CB59C6D1-43BD-4122-9804-2D8250D93720}" type="sibTrans" cxnId="{753CC04E-469A-4C06-8C9A-3112B06FF29C}">
      <dgm:prSet/>
      <dgm:spPr/>
      <dgm:t>
        <a:bodyPr/>
        <a:lstStyle/>
        <a:p>
          <a:endParaRPr lang="en-US"/>
        </a:p>
      </dgm:t>
    </dgm:pt>
    <dgm:pt modelId="{1069C50E-8984-42D7-86D8-B9A015FBAB3C}">
      <dgm:prSet/>
      <dgm:spPr/>
      <dgm:t>
        <a:bodyPr/>
        <a:lstStyle/>
        <a:p>
          <a:r>
            <a:rPr lang="hu-HU"/>
            <a:t>Hálózati infrastruktúrák tervezésével és megvalósításával foglalkozunk.</a:t>
          </a:r>
          <a:endParaRPr lang="en-US"/>
        </a:p>
      </dgm:t>
    </dgm:pt>
    <dgm:pt modelId="{76022F5E-C6E0-478A-8100-013D0DBBCBC1}" type="parTrans" cxnId="{3D8D9A49-95CD-48F7-933A-8576A6DE581C}">
      <dgm:prSet/>
      <dgm:spPr/>
      <dgm:t>
        <a:bodyPr/>
        <a:lstStyle/>
        <a:p>
          <a:endParaRPr lang="en-US"/>
        </a:p>
      </dgm:t>
    </dgm:pt>
    <dgm:pt modelId="{AB58AD3A-F19E-4622-84CF-E9E7F5C3DF25}" type="sibTrans" cxnId="{3D8D9A49-95CD-48F7-933A-8576A6DE581C}">
      <dgm:prSet/>
      <dgm:spPr/>
      <dgm:t>
        <a:bodyPr/>
        <a:lstStyle/>
        <a:p>
          <a:endParaRPr lang="en-US"/>
        </a:p>
      </dgm:t>
    </dgm:pt>
    <dgm:pt modelId="{F870C49D-8039-427B-8533-002D60DAD334}" type="pres">
      <dgm:prSet presAssocID="{4E0C3530-A102-4119-A2A3-62AFC4FA151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8C12988-5810-4CF7-B2B7-83B69D57F47B}" type="pres">
      <dgm:prSet presAssocID="{C256C155-CC97-4F7C-96E1-8D7A2FB7C773}" presName="hierRoot1" presStyleCnt="0"/>
      <dgm:spPr/>
    </dgm:pt>
    <dgm:pt modelId="{68B38590-B18B-4A20-A763-2F7D40E23F33}" type="pres">
      <dgm:prSet presAssocID="{C256C155-CC97-4F7C-96E1-8D7A2FB7C773}" presName="composite" presStyleCnt="0"/>
      <dgm:spPr/>
    </dgm:pt>
    <dgm:pt modelId="{C3844CBB-4E74-443A-AF39-A0B2BAFA1D1C}" type="pres">
      <dgm:prSet presAssocID="{C256C155-CC97-4F7C-96E1-8D7A2FB7C773}" presName="background" presStyleLbl="node0" presStyleIdx="0" presStyleCnt="3"/>
      <dgm:spPr/>
    </dgm:pt>
    <dgm:pt modelId="{5A56A276-D4C3-4960-BF93-C425A3A304AE}" type="pres">
      <dgm:prSet presAssocID="{C256C155-CC97-4F7C-96E1-8D7A2FB7C773}" presName="text" presStyleLbl="fgAcc0" presStyleIdx="0" presStyleCnt="3">
        <dgm:presLayoutVars>
          <dgm:chPref val="3"/>
        </dgm:presLayoutVars>
      </dgm:prSet>
      <dgm:spPr/>
    </dgm:pt>
    <dgm:pt modelId="{F43AE16D-4964-435D-8F73-25E089F9CD2A}" type="pres">
      <dgm:prSet presAssocID="{C256C155-CC97-4F7C-96E1-8D7A2FB7C773}" presName="hierChild2" presStyleCnt="0"/>
      <dgm:spPr/>
    </dgm:pt>
    <dgm:pt modelId="{CAB99BDF-2B21-4241-ACA7-7ED8768EF443}" type="pres">
      <dgm:prSet presAssocID="{3BD87092-F412-455F-8E29-424B8A5C52DB}" presName="hierRoot1" presStyleCnt="0"/>
      <dgm:spPr/>
    </dgm:pt>
    <dgm:pt modelId="{5DCC04B9-3826-46C6-9582-1EEA82032693}" type="pres">
      <dgm:prSet presAssocID="{3BD87092-F412-455F-8E29-424B8A5C52DB}" presName="composite" presStyleCnt="0"/>
      <dgm:spPr/>
    </dgm:pt>
    <dgm:pt modelId="{CD5F188B-B41F-4D47-B15E-B7012D58ECD8}" type="pres">
      <dgm:prSet presAssocID="{3BD87092-F412-455F-8E29-424B8A5C52DB}" presName="background" presStyleLbl="node0" presStyleIdx="1" presStyleCnt="3"/>
      <dgm:spPr/>
    </dgm:pt>
    <dgm:pt modelId="{114A2BC7-E407-40D8-8667-5CC55829446C}" type="pres">
      <dgm:prSet presAssocID="{3BD87092-F412-455F-8E29-424B8A5C52DB}" presName="text" presStyleLbl="fgAcc0" presStyleIdx="1" presStyleCnt="3">
        <dgm:presLayoutVars>
          <dgm:chPref val="3"/>
        </dgm:presLayoutVars>
      </dgm:prSet>
      <dgm:spPr/>
    </dgm:pt>
    <dgm:pt modelId="{BEB8D9B1-A8BD-486C-B462-C028E9812950}" type="pres">
      <dgm:prSet presAssocID="{3BD87092-F412-455F-8E29-424B8A5C52DB}" presName="hierChild2" presStyleCnt="0"/>
      <dgm:spPr/>
    </dgm:pt>
    <dgm:pt modelId="{DDE43DD6-753A-4D54-B6CA-8CA55EC1AD43}" type="pres">
      <dgm:prSet presAssocID="{1069C50E-8984-42D7-86D8-B9A015FBAB3C}" presName="hierRoot1" presStyleCnt="0"/>
      <dgm:spPr/>
    </dgm:pt>
    <dgm:pt modelId="{E09CF15C-5CDB-494F-BCA1-DE26A894BBFC}" type="pres">
      <dgm:prSet presAssocID="{1069C50E-8984-42D7-86D8-B9A015FBAB3C}" presName="composite" presStyleCnt="0"/>
      <dgm:spPr/>
    </dgm:pt>
    <dgm:pt modelId="{A81B4CFC-87C0-4322-A894-B8E54121875C}" type="pres">
      <dgm:prSet presAssocID="{1069C50E-8984-42D7-86D8-B9A015FBAB3C}" presName="background" presStyleLbl="node0" presStyleIdx="2" presStyleCnt="3"/>
      <dgm:spPr/>
    </dgm:pt>
    <dgm:pt modelId="{38894A59-ABB3-4018-93BF-FA68CB6316BC}" type="pres">
      <dgm:prSet presAssocID="{1069C50E-8984-42D7-86D8-B9A015FBAB3C}" presName="text" presStyleLbl="fgAcc0" presStyleIdx="2" presStyleCnt="3">
        <dgm:presLayoutVars>
          <dgm:chPref val="3"/>
        </dgm:presLayoutVars>
      </dgm:prSet>
      <dgm:spPr/>
    </dgm:pt>
    <dgm:pt modelId="{E53F8D41-992A-4E1B-B360-08A978D5D9DB}" type="pres">
      <dgm:prSet presAssocID="{1069C50E-8984-42D7-86D8-B9A015FBAB3C}" presName="hierChild2" presStyleCnt="0"/>
      <dgm:spPr/>
    </dgm:pt>
  </dgm:ptLst>
  <dgm:cxnLst>
    <dgm:cxn modelId="{C61C6C00-111F-4D67-BE2D-847787B00281}" type="presOf" srcId="{4E0C3530-A102-4119-A2A3-62AFC4FA1519}" destId="{F870C49D-8039-427B-8533-002D60DAD334}" srcOrd="0" destOrd="0" presId="urn:microsoft.com/office/officeart/2005/8/layout/hierarchy1"/>
    <dgm:cxn modelId="{E8083E36-F70E-4B06-B092-08C551082DCD}" type="presOf" srcId="{C256C155-CC97-4F7C-96E1-8D7A2FB7C773}" destId="{5A56A276-D4C3-4960-BF93-C425A3A304AE}" srcOrd="0" destOrd="0" presId="urn:microsoft.com/office/officeart/2005/8/layout/hierarchy1"/>
    <dgm:cxn modelId="{3D8D9A49-95CD-48F7-933A-8576A6DE581C}" srcId="{4E0C3530-A102-4119-A2A3-62AFC4FA1519}" destId="{1069C50E-8984-42D7-86D8-B9A015FBAB3C}" srcOrd="2" destOrd="0" parTransId="{76022F5E-C6E0-478A-8100-013D0DBBCBC1}" sibTransId="{AB58AD3A-F19E-4622-84CF-E9E7F5C3DF25}"/>
    <dgm:cxn modelId="{753CC04E-469A-4C06-8C9A-3112B06FF29C}" srcId="{4E0C3530-A102-4119-A2A3-62AFC4FA1519}" destId="{3BD87092-F412-455F-8E29-424B8A5C52DB}" srcOrd="1" destOrd="0" parTransId="{551FFF9E-FF11-443B-9F73-E886ECF5B9E7}" sibTransId="{CB59C6D1-43BD-4122-9804-2D8250D93720}"/>
    <dgm:cxn modelId="{FF30B597-5898-4CDB-86AF-4A1527FDF91B}" type="presOf" srcId="{1069C50E-8984-42D7-86D8-B9A015FBAB3C}" destId="{38894A59-ABB3-4018-93BF-FA68CB6316BC}" srcOrd="0" destOrd="0" presId="urn:microsoft.com/office/officeart/2005/8/layout/hierarchy1"/>
    <dgm:cxn modelId="{EA46DFAA-1B1C-4B03-8C80-BAC7AB797A52}" srcId="{4E0C3530-A102-4119-A2A3-62AFC4FA1519}" destId="{C256C155-CC97-4F7C-96E1-8D7A2FB7C773}" srcOrd="0" destOrd="0" parTransId="{807F69C3-6A48-4893-A392-34B63747420A}" sibTransId="{9703AB52-2E95-4C71-8377-F4916BF17737}"/>
    <dgm:cxn modelId="{E3A442AD-796C-4CF4-BF6D-2BF6FA4BFE7D}" type="presOf" srcId="{3BD87092-F412-455F-8E29-424B8A5C52DB}" destId="{114A2BC7-E407-40D8-8667-5CC55829446C}" srcOrd="0" destOrd="0" presId="urn:microsoft.com/office/officeart/2005/8/layout/hierarchy1"/>
    <dgm:cxn modelId="{B8122FE2-BB6B-4CA0-A991-4E7397580D8A}" type="presParOf" srcId="{F870C49D-8039-427B-8533-002D60DAD334}" destId="{F8C12988-5810-4CF7-B2B7-83B69D57F47B}" srcOrd="0" destOrd="0" presId="urn:microsoft.com/office/officeart/2005/8/layout/hierarchy1"/>
    <dgm:cxn modelId="{7ED73EA7-87A4-4B07-BD34-23C489893659}" type="presParOf" srcId="{F8C12988-5810-4CF7-B2B7-83B69D57F47B}" destId="{68B38590-B18B-4A20-A763-2F7D40E23F33}" srcOrd="0" destOrd="0" presId="urn:microsoft.com/office/officeart/2005/8/layout/hierarchy1"/>
    <dgm:cxn modelId="{12E75B98-C76D-4530-B208-AC246D4930F6}" type="presParOf" srcId="{68B38590-B18B-4A20-A763-2F7D40E23F33}" destId="{C3844CBB-4E74-443A-AF39-A0B2BAFA1D1C}" srcOrd="0" destOrd="0" presId="urn:microsoft.com/office/officeart/2005/8/layout/hierarchy1"/>
    <dgm:cxn modelId="{41DC414F-5407-4B33-8A66-9FAAD69F1994}" type="presParOf" srcId="{68B38590-B18B-4A20-A763-2F7D40E23F33}" destId="{5A56A276-D4C3-4960-BF93-C425A3A304AE}" srcOrd="1" destOrd="0" presId="urn:microsoft.com/office/officeart/2005/8/layout/hierarchy1"/>
    <dgm:cxn modelId="{B26B546A-D8AB-4082-A56C-4DED65BB6008}" type="presParOf" srcId="{F8C12988-5810-4CF7-B2B7-83B69D57F47B}" destId="{F43AE16D-4964-435D-8F73-25E089F9CD2A}" srcOrd="1" destOrd="0" presId="urn:microsoft.com/office/officeart/2005/8/layout/hierarchy1"/>
    <dgm:cxn modelId="{BA99A628-D29A-45EA-9499-BF9BDE400D88}" type="presParOf" srcId="{F870C49D-8039-427B-8533-002D60DAD334}" destId="{CAB99BDF-2B21-4241-ACA7-7ED8768EF443}" srcOrd="1" destOrd="0" presId="urn:microsoft.com/office/officeart/2005/8/layout/hierarchy1"/>
    <dgm:cxn modelId="{E45C6C7C-BB13-440E-BD3A-D471C57A0668}" type="presParOf" srcId="{CAB99BDF-2B21-4241-ACA7-7ED8768EF443}" destId="{5DCC04B9-3826-46C6-9582-1EEA82032693}" srcOrd="0" destOrd="0" presId="urn:microsoft.com/office/officeart/2005/8/layout/hierarchy1"/>
    <dgm:cxn modelId="{3ED090A7-76F3-4686-9C49-165A51040925}" type="presParOf" srcId="{5DCC04B9-3826-46C6-9582-1EEA82032693}" destId="{CD5F188B-B41F-4D47-B15E-B7012D58ECD8}" srcOrd="0" destOrd="0" presId="urn:microsoft.com/office/officeart/2005/8/layout/hierarchy1"/>
    <dgm:cxn modelId="{21DF9988-D526-4E4D-8340-9F698B151FDC}" type="presParOf" srcId="{5DCC04B9-3826-46C6-9582-1EEA82032693}" destId="{114A2BC7-E407-40D8-8667-5CC55829446C}" srcOrd="1" destOrd="0" presId="urn:microsoft.com/office/officeart/2005/8/layout/hierarchy1"/>
    <dgm:cxn modelId="{04286CCD-6936-4422-91F4-BF18EC9DA4B4}" type="presParOf" srcId="{CAB99BDF-2B21-4241-ACA7-7ED8768EF443}" destId="{BEB8D9B1-A8BD-486C-B462-C028E9812950}" srcOrd="1" destOrd="0" presId="urn:microsoft.com/office/officeart/2005/8/layout/hierarchy1"/>
    <dgm:cxn modelId="{D25F0646-F92E-455B-8580-B73ED4DCCE29}" type="presParOf" srcId="{F870C49D-8039-427B-8533-002D60DAD334}" destId="{DDE43DD6-753A-4D54-B6CA-8CA55EC1AD43}" srcOrd="2" destOrd="0" presId="urn:microsoft.com/office/officeart/2005/8/layout/hierarchy1"/>
    <dgm:cxn modelId="{6F7247ED-B55E-43E9-8A35-934B0B033A0E}" type="presParOf" srcId="{DDE43DD6-753A-4D54-B6CA-8CA55EC1AD43}" destId="{E09CF15C-5CDB-494F-BCA1-DE26A894BBFC}" srcOrd="0" destOrd="0" presId="urn:microsoft.com/office/officeart/2005/8/layout/hierarchy1"/>
    <dgm:cxn modelId="{DEBD589B-1F1B-4B97-9E47-AF2E141C4156}" type="presParOf" srcId="{E09CF15C-5CDB-494F-BCA1-DE26A894BBFC}" destId="{A81B4CFC-87C0-4322-A894-B8E54121875C}" srcOrd="0" destOrd="0" presId="urn:microsoft.com/office/officeart/2005/8/layout/hierarchy1"/>
    <dgm:cxn modelId="{E8346E36-DB16-46B6-9A5C-82EF80917F16}" type="presParOf" srcId="{E09CF15C-5CDB-494F-BCA1-DE26A894BBFC}" destId="{38894A59-ABB3-4018-93BF-FA68CB6316BC}" srcOrd="1" destOrd="0" presId="urn:microsoft.com/office/officeart/2005/8/layout/hierarchy1"/>
    <dgm:cxn modelId="{FF4724A9-F045-4977-97FD-ED9D953C19FE}" type="presParOf" srcId="{DDE43DD6-753A-4D54-B6CA-8CA55EC1AD43}" destId="{E53F8D41-992A-4E1B-B360-08A978D5D9D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0DF23D-7A69-4C03-A500-EBB1F6E4D437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11FF03D2-54F1-45F5-B382-C65433B668B9}">
      <dgm:prSet/>
      <dgm:spPr/>
      <dgm:t>
        <a:bodyPr/>
        <a:lstStyle/>
        <a:p>
          <a:r>
            <a:rPr lang="hu-HU"/>
            <a:t>A Thermofischer Scientific megbízására három telephely teljes informatikai infrastruktújának megtervezése, kiépítése, bekonfigurálása</a:t>
          </a:r>
          <a:endParaRPr lang="en-US"/>
        </a:p>
      </dgm:t>
    </dgm:pt>
    <dgm:pt modelId="{ED468186-D4A4-4D72-BD52-5EFB102EF294}" type="parTrans" cxnId="{9B285667-B98E-4181-A50E-37904A81280B}">
      <dgm:prSet/>
      <dgm:spPr/>
      <dgm:t>
        <a:bodyPr/>
        <a:lstStyle/>
        <a:p>
          <a:endParaRPr lang="en-US"/>
        </a:p>
      </dgm:t>
    </dgm:pt>
    <dgm:pt modelId="{8760A21A-333E-4B68-BE5D-C44B692A53D8}" type="sibTrans" cxnId="{9B285667-B98E-4181-A50E-37904A81280B}">
      <dgm:prSet/>
      <dgm:spPr/>
      <dgm:t>
        <a:bodyPr/>
        <a:lstStyle/>
        <a:p>
          <a:endParaRPr lang="en-US"/>
        </a:p>
      </dgm:t>
    </dgm:pt>
    <dgm:pt modelId="{7FEAED38-6E5F-4029-8FAA-48A5B4CA7594}">
      <dgm:prSet/>
      <dgm:spPr/>
      <dgm:t>
        <a:bodyPr/>
        <a:lstStyle/>
        <a:p>
          <a:r>
            <a:rPr lang="hu-HU"/>
            <a:t>A három telephelyen a legmodernebb technológiák alkalmazása</a:t>
          </a:r>
          <a:endParaRPr lang="en-US"/>
        </a:p>
      </dgm:t>
    </dgm:pt>
    <dgm:pt modelId="{0293A7D7-E2F1-4B4B-A863-F97BA1CEAEFB}" type="parTrans" cxnId="{38773BA6-C16F-49E4-9BB8-4C75E8C00325}">
      <dgm:prSet/>
      <dgm:spPr/>
      <dgm:t>
        <a:bodyPr/>
        <a:lstStyle/>
        <a:p>
          <a:endParaRPr lang="en-US"/>
        </a:p>
      </dgm:t>
    </dgm:pt>
    <dgm:pt modelId="{6A068661-EFF4-41AD-ADCA-5030AFB40326}" type="sibTrans" cxnId="{38773BA6-C16F-49E4-9BB8-4C75E8C00325}">
      <dgm:prSet/>
      <dgm:spPr/>
      <dgm:t>
        <a:bodyPr/>
        <a:lstStyle/>
        <a:p>
          <a:endParaRPr lang="en-US"/>
        </a:p>
      </dgm:t>
    </dgm:pt>
    <dgm:pt modelId="{6AD171BF-1C19-4607-B595-8B4B2A12C527}">
      <dgm:prSet/>
      <dgm:spPr/>
      <dgm:t>
        <a:bodyPr/>
        <a:lstStyle/>
        <a:p>
          <a:r>
            <a:rPr lang="hu-HU"/>
            <a:t>A központ, mintavételi labor, valamint a Fejlesztési és Innovációs központ közötti biztonságos adatátvitel</a:t>
          </a:r>
          <a:endParaRPr lang="en-US"/>
        </a:p>
      </dgm:t>
    </dgm:pt>
    <dgm:pt modelId="{CF33245D-6A20-4827-ACE9-31280AF5A754}" type="parTrans" cxnId="{F4643361-05FF-4294-BC1B-D199960CDC4C}">
      <dgm:prSet/>
      <dgm:spPr/>
      <dgm:t>
        <a:bodyPr/>
        <a:lstStyle/>
        <a:p>
          <a:endParaRPr lang="en-US"/>
        </a:p>
      </dgm:t>
    </dgm:pt>
    <dgm:pt modelId="{4322A3F5-25BD-4804-9FE2-B4DB63E34FD4}" type="sibTrans" cxnId="{F4643361-05FF-4294-BC1B-D199960CDC4C}">
      <dgm:prSet/>
      <dgm:spPr/>
      <dgm:t>
        <a:bodyPr/>
        <a:lstStyle/>
        <a:p>
          <a:endParaRPr lang="en-US"/>
        </a:p>
      </dgm:t>
    </dgm:pt>
    <dgm:pt modelId="{85C17F61-570B-4021-847D-A1F7E3436179}" type="pres">
      <dgm:prSet presAssocID="{A40DF23D-7A69-4C03-A500-EBB1F6E4D437}" presName="vert0" presStyleCnt="0">
        <dgm:presLayoutVars>
          <dgm:dir/>
          <dgm:animOne val="branch"/>
          <dgm:animLvl val="lvl"/>
        </dgm:presLayoutVars>
      </dgm:prSet>
      <dgm:spPr/>
    </dgm:pt>
    <dgm:pt modelId="{923DDE63-3749-4692-9F7B-975B21B65ABE}" type="pres">
      <dgm:prSet presAssocID="{11FF03D2-54F1-45F5-B382-C65433B668B9}" presName="thickLine" presStyleLbl="alignNode1" presStyleIdx="0" presStyleCnt="3"/>
      <dgm:spPr/>
    </dgm:pt>
    <dgm:pt modelId="{68EE78E3-6170-4A09-BB03-611A930980DE}" type="pres">
      <dgm:prSet presAssocID="{11FF03D2-54F1-45F5-B382-C65433B668B9}" presName="horz1" presStyleCnt="0"/>
      <dgm:spPr/>
    </dgm:pt>
    <dgm:pt modelId="{7E63AE40-FC9F-4922-8415-EB5FAF83AB29}" type="pres">
      <dgm:prSet presAssocID="{11FF03D2-54F1-45F5-B382-C65433B668B9}" presName="tx1" presStyleLbl="revTx" presStyleIdx="0" presStyleCnt="3"/>
      <dgm:spPr/>
    </dgm:pt>
    <dgm:pt modelId="{22D1D395-3492-425C-B765-DB8006552BAD}" type="pres">
      <dgm:prSet presAssocID="{11FF03D2-54F1-45F5-B382-C65433B668B9}" presName="vert1" presStyleCnt="0"/>
      <dgm:spPr/>
    </dgm:pt>
    <dgm:pt modelId="{4E4720D8-0EC5-42CD-AE4D-14E332955D99}" type="pres">
      <dgm:prSet presAssocID="{7FEAED38-6E5F-4029-8FAA-48A5B4CA7594}" presName="thickLine" presStyleLbl="alignNode1" presStyleIdx="1" presStyleCnt="3"/>
      <dgm:spPr/>
    </dgm:pt>
    <dgm:pt modelId="{B8576FE7-4FF9-40F5-B2C8-D8852B626E38}" type="pres">
      <dgm:prSet presAssocID="{7FEAED38-6E5F-4029-8FAA-48A5B4CA7594}" presName="horz1" presStyleCnt="0"/>
      <dgm:spPr/>
    </dgm:pt>
    <dgm:pt modelId="{CB788EBE-9727-4DC7-BC9D-E227D5F61543}" type="pres">
      <dgm:prSet presAssocID="{7FEAED38-6E5F-4029-8FAA-48A5B4CA7594}" presName="tx1" presStyleLbl="revTx" presStyleIdx="1" presStyleCnt="3"/>
      <dgm:spPr/>
    </dgm:pt>
    <dgm:pt modelId="{C95E1128-5135-4F00-AC52-E616563DA3CF}" type="pres">
      <dgm:prSet presAssocID="{7FEAED38-6E5F-4029-8FAA-48A5B4CA7594}" presName="vert1" presStyleCnt="0"/>
      <dgm:spPr/>
    </dgm:pt>
    <dgm:pt modelId="{48B72DEB-884A-4C5F-A23E-790A7702390D}" type="pres">
      <dgm:prSet presAssocID="{6AD171BF-1C19-4607-B595-8B4B2A12C527}" presName="thickLine" presStyleLbl="alignNode1" presStyleIdx="2" presStyleCnt="3"/>
      <dgm:spPr/>
    </dgm:pt>
    <dgm:pt modelId="{CB0C4690-79FC-4B59-BE2C-EABA18AEE20E}" type="pres">
      <dgm:prSet presAssocID="{6AD171BF-1C19-4607-B595-8B4B2A12C527}" presName="horz1" presStyleCnt="0"/>
      <dgm:spPr/>
    </dgm:pt>
    <dgm:pt modelId="{90C18331-50AE-4A03-AF38-D815B9B60821}" type="pres">
      <dgm:prSet presAssocID="{6AD171BF-1C19-4607-B595-8B4B2A12C527}" presName="tx1" presStyleLbl="revTx" presStyleIdx="2" presStyleCnt="3"/>
      <dgm:spPr/>
    </dgm:pt>
    <dgm:pt modelId="{1132D029-1B15-499C-B877-A0663B4E7224}" type="pres">
      <dgm:prSet presAssocID="{6AD171BF-1C19-4607-B595-8B4B2A12C527}" presName="vert1" presStyleCnt="0"/>
      <dgm:spPr/>
    </dgm:pt>
  </dgm:ptLst>
  <dgm:cxnLst>
    <dgm:cxn modelId="{F4643361-05FF-4294-BC1B-D199960CDC4C}" srcId="{A40DF23D-7A69-4C03-A500-EBB1F6E4D437}" destId="{6AD171BF-1C19-4607-B595-8B4B2A12C527}" srcOrd="2" destOrd="0" parTransId="{CF33245D-6A20-4827-ACE9-31280AF5A754}" sibTransId="{4322A3F5-25BD-4804-9FE2-B4DB63E34FD4}"/>
    <dgm:cxn modelId="{9B285667-B98E-4181-A50E-37904A81280B}" srcId="{A40DF23D-7A69-4C03-A500-EBB1F6E4D437}" destId="{11FF03D2-54F1-45F5-B382-C65433B668B9}" srcOrd="0" destOrd="0" parTransId="{ED468186-D4A4-4D72-BD52-5EFB102EF294}" sibTransId="{8760A21A-333E-4B68-BE5D-C44B692A53D8}"/>
    <dgm:cxn modelId="{4BE5AF48-4BC6-49C6-9500-D1A7069FF496}" type="presOf" srcId="{7FEAED38-6E5F-4029-8FAA-48A5B4CA7594}" destId="{CB788EBE-9727-4DC7-BC9D-E227D5F61543}" srcOrd="0" destOrd="0" presId="urn:microsoft.com/office/officeart/2008/layout/LinedList"/>
    <dgm:cxn modelId="{28F6156C-02E8-402C-AE04-98BCDD24F028}" type="presOf" srcId="{A40DF23D-7A69-4C03-A500-EBB1F6E4D437}" destId="{85C17F61-570B-4021-847D-A1F7E3436179}" srcOrd="0" destOrd="0" presId="urn:microsoft.com/office/officeart/2008/layout/LinedList"/>
    <dgm:cxn modelId="{C9A1278C-4AC7-4396-B61E-B652B87E26BA}" type="presOf" srcId="{6AD171BF-1C19-4607-B595-8B4B2A12C527}" destId="{90C18331-50AE-4A03-AF38-D815B9B60821}" srcOrd="0" destOrd="0" presId="urn:microsoft.com/office/officeart/2008/layout/LinedList"/>
    <dgm:cxn modelId="{998D38A3-605E-4043-8456-4488A63D82F2}" type="presOf" srcId="{11FF03D2-54F1-45F5-B382-C65433B668B9}" destId="{7E63AE40-FC9F-4922-8415-EB5FAF83AB29}" srcOrd="0" destOrd="0" presId="urn:microsoft.com/office/officeart/2008/layout/LinedList"/>
    <dgm:cxn modelId="{38773BA6-C16F-49E4-9BB8-4C75E8C00325}" srcId="{A40DF23D-7A69-4C03-A500-EBB1F6E4D437}" destId="{7FEAED38-6E5F-4029-8FAA-48A5B4CA7594}" srcOrd="1" destOrd="0" parTransId="{0293A7D7-E2F1-4B4B-A863-F97BA1CEAEFB}" sibTransId="{6A068661-EFF4-41AD-ADCA-5030AFB40326}"/>
    <dgm:cxn modelId="{2DDB4B2B-0778-4D6B-8B16-04729C86CAD5}" type="presParOf" srcId="{85C17F61-570B-4021-847D-A1F7E3436179}" destId="{923DDE63-3749-4692-9F7B-975B21B65ABE}" srcOrd="0" destOrd="0" presId="urn:microsoft.com/office/officeart/2008/layout/LinedList"/>
    <dgm:cxn modelId="{21D540F4-63F4-4F14-B599-62345549D4C5}" type="presParOf" srcId="{85C17F61-570B-4021-847D-A1F7E3436179}" destId="{68EE78E3-6170-4A09-BB03-611A930980DE}" srcOrd="1" destOrd="0" presId="urn:microsoft.com/office/officeart/2008/layout/LinedList"/>
    <dgm:cxn modelId="{56073C10-E100-49F9-984B-6B30592A459F}" type="presParOf" srcId="{68EE78E3-6170-4A09-BB03-611A930980DE}" destId="{7E63AE40-FC9F-4922-8415-EB5FAF83AB29}" srcOrd="0" destOrd="0" presId="urn:microsoft.com/office/officeart/2008/layout/LinedList"/>
    <dgm:cxn modelId="{DBE946C6-68C0-4B8D-AF74-DBAF0C76D4EC}" type="presParOf" srcId="{68EE78E3-6170-4A09-BB03-611A930980DE}" destId="{22D1D395-3492-425C-B765-DB8006552BAD}" srcOrd="1" destOrd="0" presId="urn:microsoft.com/office/officeart/2008/layout/LinedList"/>
    <dgm:cxn modelId="{EE3DFF3E-8A72-40C6-8611-6759F93C7630}" type="presParOf" srcId="{85C17F61-570B-4021-847D-A1F7E3436179}" destId="{4E4720D8-0EC5-42CD-AE4D-14E332955D99}" srcOrd="2" destOrd="0" presId="urn:microsoft.com/office/officeart/2008/layout/LinedList"/>
    <dgm:cxn modelId="{C9EB42E1-8B41-4720-B8E3-C9348BA35D20}" type="presParOf" srcId="{85C17F61-570B-4021-847D-A1F7E3436179}" destId="{B8576FE7-4FF9-40F5-B2C8-D8852B626E38}" srcOrd="3" destOrd="0" presId="urn:microsoft.com/office/officeart/2008/layout/LinedList"/>
    <dgm:cxn modelId="{06F53FD2-B4C3-4C82-8803-F8C7BF2555E6}" type="presParOf" srcId="{B8576FE7-4FF9-40F5-B2C8-D8852B626E38}" destId="{CB788EBE-9727-4DC7-BC9D-E227D5F61543}" srcOrd="0" destOrd="0" presId="urn:microsoft.com/office/officeart/2008/layout/LinedList"/>
    <dgm:cxn modelId="{13F0190E-8A49-48BA-B1A4-BCDE9A4181EA}" type="presParOf" srcId="{B8576FE7-4FF9-40F5-B2C8-D8852B626E38}" destId="{C95E1128-5135-4F00-AC52-E616563DA3CF}" srcOrd="1" destOrd="0" presId="urn:microsoft.com/office/officeart/2008/layout/LinedList"/>
    <dgm:cxn modelId="{BEB93E88-54E5-4C77-81FC-A78414929E8C}" type="presParOf" srcId="{85C17F61-570B-4021-847D-A1F7E3436179}" destId="{48B72DEB-884A-4C5F-A23E-790A7702390D}" srcOrd="4" destOrd="0" presId="urn:microsoft.com/office/officeart/2008/layout/LinedList"/>
    <dgm:cxn modelId="{41963317-57FC-49B9-9827-64886A7D5AA1}" type="presParOf" srcId="{85C17F61-570B-4021-847D-A1F7E3436179}" destId="{CB0C4690-79FC-4B59-BE2C-EABA18AEE20E}" srcOrd="5" destOrd="0" presId="urn:microsoft.com/office/officeart/2008/layout/LinedList"/>
    <dgm:cxn modelId="{B1276006-EA43-4992-A4C4-E6859172FAC7}" type="presParOf" srcId="{CB0C4690-79FC-4B59-BE2C-EABA18AEE20E}" destId="{90C18331-50AE-4A03-AF38-D815B9B60821}" srcOrd="0" destOrd="0" presId="urn:microsoft.com/office/officeart/2008/layout/LinedList"/>
    <dgm:cxn modelId="{6A9BD2F2-1EBB-46BA-BAB8-8201C82534AD}" type="presParOf" srcId="{CB0C4690-79FC-4B59-BE2C-EABA18AEE20E}" destId="{1132D029-1B15-499C-B877-A0663B4E722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72E361-D6B3-4E7C-86D4-B7EC5AFA005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1CD0686-351B-4DB6-9D46-E7B019CC2749}">
      <dgm:prSet/>
      <dgm:spPr/>
      <dgm:t>
        <a:bodyPr/>
        <a:lstStyle/>
        <a:p>
          <a:r>
            <a:rPr lang="hu-HU"/>
            <a:t>Használt technológiák:</a:t>
          </a:r>
          <a:endParaRPr lang="en-US"/>
        </a:p>
      </dgm:t>
    </dgm:pt>
    <dgm:pt modelId="{047BD0F8-6744-4406-AC36-E31AE1446B0D}" type="parTrans" cxnId="{C3A33FAD-CCFB-4B34-B48A-4E6DB0EDD68E}">
      <dgm:prSet/>
      <dgm:spPr/>
      <dgm:t>
        <a:bodyPr/>
        <a:lstStyle/>
        <a:p>
          <a:endParaRPr lang="en-US"/>
        </a:p>
      </dgm:t>
    </dgm:pt>
    <dgm:pt modelId="{C498D209-93D4-415D-9020-A0CEF65EBD13}" type="sibTrans" cxnId="{C3A33FAD-CCFB-4B34-B48A-4E6DB0EDD68E}">
      <dgm:prSet/>
      <dgm:spPr/>
      <dgm:t>
        <a:bodyPr/>
        <a:lstStyle/>
        <a:p>
          <a:endParaRPr lang="en-US"/>
        </a:p>
      </dgm:t>
    </dgm:pt>
    <dgm:pt modelId="{242C8108-BA7C-4EA9-8471-9105D8AEBB02}">
      <dgm:prSet/>
      <dgm:spPr/>
      <dgm:t>
        <a:bodyPr/>
        <a:lstStyle/>
        <a:p>
          <a:r>
            <a:rPr lang="hu-HU"/>
            <a:t>HSRP</a:t>
          </a:r>
          <a:endParaRPr lang="en-US"/>
        </a:p>
      </dgm:t>
    </dgm:pt>
    <dgm:pt modelId="{5BF2AAA9-25E3-4E8F-B17B-6F121C8AAF07}" type="parTrans" cxnId="{43296FD9-2781-4A4D-BD22-40FB899C1532}">
      <dgm:prSet/>
      <dgm:spPr/>
      <dgm:t>
        <a:bodyPr/>
        <a:lstStyle/>
        <a:p>
          <a:endParaRPr lang="en-US"/>
        </a:p>
      </dgm:t>
    </dgm:pt>
    <dgm:pt modelId="{716DDC74-AA5D-48B4-9CCF-141B11F42348}" type="sibTrans" cxnId="{43296FD9-2781-4A4D-BD22-40FB899C1532}">
      <dgm:prSet/>
      <dgm:spPr/>
      <dgm:t>
        <a:bodyPr/>
        <a:lstStyle/>
        <a:p>
          <a:endParaRPr lang="en-US"/>
        </a:p>
      </dgm:t>
    </dgm:pt>
    <dgm:pt modelId="{BD9AFE9E-0824-4A57-A170-CD0E82ED6F4F}">
      <dgm:prSet/>
      <dgm:spPr/>
      <dgm:t>
        <a:bodyPr/>
        <a:lstStyle/>
        <a:p>
          <a:r>
            <a:rPr lang="hu-HU"/>
            <a:t>EtherChannel</a:t>
          </a:r>
          <a:endParaRPr lang="en-US"/>
        </a:p>
      </dgm:t>
    </dgm:pt>
    <dgm:pt modelId="{AD76CA93-AAE6-4D55-AA4C-D47920154A00}" type="parTrans" cxnId="{6F21324F-1FE0-4423-9675-B6FF36FAB36B}">
      <dgm:prSet/>
      <dgm:spPr/>
      <dgm:t>
        <a:bodyPr/>
        <a:lstStyle/>
        <a:p>
          <a:endParaRPr lang="en-US"/>
        </a:p>
      </dgm:t>
    </dgm:pt>
    <dgm:pt modelId="{4E2E258C-3DD8-4202-B395-E8E858E0E079}" type="sibTrans" cxnId="{6F21324F-1FE0-4423-9675-B6FF36FAB36B}">
      <dgm:prSet/>
      <dgm:spPr/>
      <dgm:t>
        <a:bodyPr/>
        <a:lstStyle/>
        <a:p>
          <a:endParaRPr lang="en-US"/>
        </a:p>
      </dgm:t>
    </dgm:pt>
    <dgm:pt modelId="{F71AD892-2ACD-423C-8B2C-082369AE2F95}">
      <dgm:prSet/>
      <dgm:spPr/>
      <dgm:t>
        <a:bodyPr/>
        <a:lstStyle/>
        <a:p>
          <a:r>
            <a:rPr lang="hu-HU"/>
            <a:t>WLC WIFI</a:t>
          </a:r>
          <a:endParaRPr lang="en-US"/>
        </a:p>
      </dgm:t>
    </dgm:pt>
    <dgm:pt modelId="{3DF694AE-A876-4E73-ABE0-727683DBA67E}" type="parTrans" cxnId="{B28C8489-8EEE-49E1-8A68-00E9ECBBFB08}">
      <dgm:prSet/>
      <dgm:spPr/>
      <dgm:t>
        <a:bodyPr/>
        <a:lstStyle/>
        <a:p>
          <a:endParaRPr lang="en-US"/>
        </a:p>
      </dgm:t>
    </dgm:pt>
    <dgm:pt modelId="{1C394CBB-1826-465B-BA48-F9E0C6268FD0}" type="sibTrans" cxnId="{B28C8489-8EEE-49E1-8A68-00E9ECBBFB08}">
      <dgm:prSet/>
      <dgm:spPr/>
      <dgm:t>
        <a:bodyPr/>
        <a:lstStyle/>
        <a:p>
          <a:endParaRPr lang="en-US"/>
        </a:p>
      </dgm:t>
    </dgm:pt>
    <dgm:pt modelId="{8CA3D812-BE86-4AD1-942F-86FD1FD15444}">
      <dgm:prSet/>
      <dgm:spPr/>
      <dgm:t>
        <a:bodyPr/>
        <a:lstStyle/>
        <a:p>
          <a:r>
            <a:rPr lang="hu-HU"/>
            <a:t>ASA tűzfal</a:t>
          </a:r>
          <a:endParaRPr lang="en-US"/>
        </a:p>
      </dgm:t>
    </dgm:pt>
    <dgm:pt modelId="{0608FC68-10CC-4348-B08C-30FD7F2B0199}" type="parTrans" cxnId="{8C95EF36-AB19-477F-A520-D2217469B5EF}">
      <dgm:prSet/>
      <dgm:spPr/>
      <dgm:t>
        <a:bodyPr/>
        <a:lstStyle/>
        <a:p>
          <a:endParaRPr lang="en-US"/>
        </a:p>
      </dgm:t>
    </dgm:pt>
    <dgm:pt modelId="{9DA4353E-7738-4D4D-A8ED-F11FB1F07D88}" type="sibTrans" cxnId="{8C95EF36-AB19-477F-A520-D2217469B5EF}">
      <dgm:prSet/>
      <dgm:spPr/>
      <dgm:t>
        <a:bodyPr/>
        <a:lstStyle/>
        <a:p>
          <a:endParaRPr lang="en-US"/>
        </a:p>
      </dgm:t>
    </dgm:pt>
    <dgm:pt modelId="{D9F898EC-45AE-400E-8A50-20F1BFAF791F}">
      <dgm:prSet/>
      <dgm:spPr/>
      <dgm:t>
        <a:bodyPr/>
        <a:lstStyle/>
        <a:p>
          <a:r>
            <a:rPr lang="hu-HU"/>
            <a:t>ACL</a:t>
          </a:r>
          <a:endParaRPr lang="en-US"/>
        </a:p>
      </dgm:t>
    </dgm:pt>
    <dgm:pt modelId="{561D0F09-04A8-447F-A346-B503558DACCD}" type="parTrans" cxnId="{E499B721-B74C-4E6B-A441-13C16D73578C}">
      <dgm:prSet/>
      <dgm:spPr/>
      <dgm:t>
        <a:bodyPr/>
        <a:lstStyle/>
        <a:p>
          <a:endParaRPr lang="en-US"/>
        </a:p>
      </dgm:t>
    </dgm:pt>
    <dgm:pt modelId="{BB8D869B-D5B6-4481-B377-C4EF745FD528}" type="sibTrans" cxnId="{E499B721-B74C-4E6B-A441-13C16D73578C}">
      <dgm:prSet/>
      <dgm:spPr/>
      <dgm:t>
        <a:bodyPr/>
        <a:lstStyle/>
        <a:p>
          <a:endParaRPr lang="en-US"/>
        </a:p>
      </dgm:t>
    </dgm:pt>
    <dgm:pt modelId="{46A267E2-BF8C-434E-A6AE-7AFCCCF780E2}">
      <dgm:prSet/>
      <dgm:spPr/>
      <dgm:t>
        <a:bodyPr/>
        <a:lstStyle/>
        <a:p>
          <a:r>
            <a:rPr lang="hu-HU"/>
            <a:t>DHCP</a:t>
          </a:r>
          <a:endParaRPr lang="en-US"/>
        </a:p>
      </dgm:t>
    </dgm:pt>
    <dgm:pt modelId="{FB706AA2-83BC-4EEE-AB7F-83C778DA1423}" type="parTrans" cxnId="{0492190A-EF9D-44E5-AE00-7C1F8BCABAC4}">
      <dgm:prSet/>
      <dgm:spPr/>
      <dgm:t>
        <a:bodyPr/>
        <a:lstStyle/>
        <a:p>
          <a:endParaRPr lang="en-US"/>
        </a:p>
      </dgm:t>
    </dgm:pt>
    <dgm:pt modelId="{B6D39101-5A16-4BF4-9D13-08323BF72F23}" type="sibTrans" cxnId="{0492190A-EF9D-44E5-AE00-7C1F8BCABAC4}">
      <dgm:prSet/>
      <dgm:spPr/>
      <dgm:t>
        <a:bodyPr/>
        <a:lstStyle/>
        <a:p>
          <a:endParaRPr lang="en-US"/>
        </a:p>
      </dgm:t>
    </dgm:pt>
    <dgm:pt modelId="{909F844A-4742-4633-B774-4F4AFBDF1789}">
      <dgm:prSet/>
      <dgm:spPr/>
      <dgm:t>
        <a:bodyPr/>
        <a:lstStyle/>
        <a:p>
          <a:r>
            <a:rPr lang="hu-HU"/>
            <a:t>Statikus NAT</a:t>
          </a:r>
          <a:endParaRPr lang="en-US"/>
        </a:p>
      </dgm:t>
    </dgm:pt>
    <dgm:pt modelId="{B7AC2950-3547-46B2-9B0F-5060B80998E4}" type="parTrans" cxnId="{E83EA357-0D31-4A7B-8F1E-02562C09949C}">
      <dgm:prSet/>
      <dgm:spPr/>
      <dgm:t>
        <a:bodyPr/>
        <a:lstStyle/>
        <a:p>
          <a:endParaRPr lang="en-US"/>
        </a:p>
      </dgm:t>
    </dgm:pt>
    <dgm:pt modelId="{C52AE7D2-4AB6-4486-8122-0F434F32CB93}" type="sibTrans" cxnId="{E83EA357-0D31-4A7B-8F1E-02562C09949C}">
      <dgm:prSet/>
      <dgm:spPr/>
      <dgm:t>
        <a:bodyPr/>
        <a:lstStyle/>
        <a:p>
          <a:endParaRPr lang="en-US"/>
        </a:p>
      </dgm:t>
    </dgm:pt>
    <dgm:pt modelId="{3BABDB3E-2456-4390-86F7-6745DC7C3975}">
      <dgm:prSet/>
      <dgm:spPr/>
      <dgm:t>
        <a:bodyPr/>
        <a:lstStyle/>
        <a:p>
          <a:r>
            <a:rPr lang="hu-HU"/>
            <a:t>VPN</a:t>
          </a:r>
          <a:endParaRPr lang="en-US"/>
        </a:p>
      </dgm:t>
    </dgm:pt>
    <dgm:pt modelId="{69B3FCA3-C2C2-4405-84D3-1279DFF8BC98}" type="parTrans" cxnId="{96A9CAB7-85B9-448A-AAC0-B5EE899AA17F}">
      <dgm:prSet/>
      <dgm:spPr/>
      <dgm:t>
        <a:bodyPr/>
        <a:lstStyle/>
        <a:p>
          <a:endParaRPr lang="en-US"/>
        </a:p>
      </dgm:t>
    </dgm:pt>
    <dgm:pt modelId="{E75A5958-D0BF-485D-AF9E-172E6439CFEF}" type="sibTrans" cxnId="{96A9CAB7-85B9-448A-AAC0-B5EE899AA17F}">
      <dgm:prSet/>
      <dgm:spPr/>
      <dgm:t>
        <a:bodyPr/>
        <a:lstStyle/>
        <a:p>
          <a:endParaRPr lang="en-US"/>
        </a:p>
      </dgm:t>
    </dgm:pt>
    <dgm:pt modelId="{03D2F2FD-63FA-4880-9F69-EA996BBCFED6}">
      <dgm:prSet/>
      <dgm:spPr/>
      <dgm:t>
        <a:bodyPr/>
        <a:lstStyle/>
        <a:p>
          <a:r>
            <a:rPr lang="hu-HU"/>
            <a:t>Vlanok</a:t>
          </a:r>
          <a:endParaRPr lang="en-US"/>
        </a:p>
      </dgm:t>
    </dgm:pt>
    <dgm:pt modelId="{B71BE622-BABB-451A-9ED9-18B57C674F8B}" type="parTrans" cxnId="{546FE46B-C899-4E16-9BCC-08CF70DF5EA4}">
      <dgm:prSet/>
      <dgm:spPr/>
      <dgm:t>
        <a:bodyPr/>
        <a:lstStyle/>
        <a:p>
          <a:endParaRPr lang="en-US"/>
        </a:p>
      </dgm:t>
    </dgm:pt>
    <dgm:pt modelId="{752D7423-0E57-46B9-A280-4982C4786E0C}" type="sibTrans" cxnId="{546FE46B-C899-4E16-9BCC-08CF70DF5EA4}">
      <dgm:prSet/>
      <dgm:spPr/>
      <dgm:t>
        <a:bodyPr/>
        <a:lstStyle/>
        <a:p>
          <a:endParaRPr lang="en-US"/>
        </a:p>
      </dgm:t>
    </dgm:pt>
    <dgm:pt modelId="{376C871D-D0A5-4349-ABE3-B137CA579895}" type="pres">
      <dgm:prSet presAssocID="{C372E361-D6B3-4E7C-86D4-B7EC5AFA005B}" presName="linearFlow" presStyleCnt="0">
        <dgm:presLayoutVars>
          <dgm:resizeHandles val="exact"/>
        </dgm:presLayoutVars>
      </dgm:prSet>
      <dgm:spPr/>
    </dgm:pt>
    <dgm:pt modelId="{59F7AC24-5568-42FD-B73B-06FFD26DBD3C}" type="pres">
      <dgm:prSet presAssocID="{F1CD0686-351B-4DB6-9D46-E7B019CC2749}" presName="node" presStyleLbl="node1" presStyleIdx="0" presStyleCnt="10">
        <dgm:presLayoutVars>
          <dgm:bulletEnabled val="1"/>
        </dgm:presLayoutVars>
      </dgm:prSet>
      <dgm:spPr/>
    </dgm:pt>
    <dgm:pt modelId="{5F27AFF7-184B-4B50-9769-56EBA04CD1A7}" type="pres">
      <dgm:prSet presAssocID="{C498D209-93D4-415D-9020-A0CEF65EBD13}" presName="sibTrans" presStyleLbl="sibTrans2D1" presStyleIdx="0" presStyleCnt="9"/>
      <dgm:spPr/>
    </dgm:pt>
    <dgm:pt modelId="{86E00689-318D-45D9-9DDB-1852FEAF9EA5}" type="pres">
      <dgm:prSet presAssocID="{C498D209-93D4-415D-9020-A0CEF65EBD13}" presName="connectorText" presStyleLbl="sibTrans2D1" presStyleIdx="0" presStyleCnt="9"/>
      <dgm:spPr/>
    </dgm:pt>
    <dgm:pt modelId="{96F72CD2-58C7-4527-ABC1-4BEB676AA4FB}" type="pres">
      <dgm:prSet presAssocID="{242C8108-BA7C-4EA9-8471-9105D8AEBB02}" presName="node" presStyleLbl="node1" presStyleIdx="1" presStyleCnt="10">
        <dgm:presLayoutVars>
          <dgm:bulletEnabled val="1"/>
        </dgm:presLayoutVars>
      </dgm:prSet>
      <dgm:spPr/>
    </dgm:pt>
    <dgm:pt modelId="{7D937DDB-0B10-41D6-8801-4910CD8F23BF}" type="pres">
      <dgm:prSet presAssocID="{716DDC74-AA5D-48B4-9CCF-141B11F42348}" presName="sibTrans" presStyleLbl="sibTrans2D1" presStyleIdx="1" presStyleCnt="9"/>
      <dgm:spPr/>
    </dgm:pt>
    <dgm:pt modelId="{D22D5F34-E562-4024-AF15-47C76555DE2D}" type="pres">
      <dgm:prSet presAssocID="{716DDC74-AA5D-48B4-9CCF-141B11F42348}" presName="connectorText" presStyleLbl="sibTrans2D1" presStyleIdx="1" presStyleCnt="9"/>
      <dgm:spPr/>
    </dgm:pt>
    <dgm:pt modelId="{3A790245-7259-4F39-A37E-8E2D3EA96D3B}" type="pres">
      <dgm:prSet presAssocID="{BD9AFE9E-0824-4A57-A170-CD0E82ED6F4F}" presName="node" presStyleLbl="node1" presStyleIdx="2" presStyleCnt="10">
        <dgm:presLayoutVars>
          <dgm:bulletEnabled val="1"/>
        </dgm:presLayoutVars>
      </dgm:prSet>
      <dgm:spPr/>
    </dgm:pt>
    <dgm:pt modelId="{21C37E60-E27C-4879-A368-F8B0E802BC57}" type="pres">
      <dgm:prSet presAssocID="{4E2E258C-3DD8-4202-B395-E8E858E0E079}" presName="sibTrans" presStyleLbl="sibTrans2D1" presStyleIdx="2" presStyleCnt="9"/>
      <dgm:spPr/>
    </dgm:pt>
    <dgm:pt modelId="{72999121-CF30-468F-8844-F37DFB3ABF89}" type="pres">
      <dgm:prSet presAssocID="{4E2E258C-3DD8-4202-B395-E8E858E0E079}" presName="connectorText" presStyleLbl="sibTrans2D1" presStyleIdx="2" presStyleCnt="9"/>
      <dgm:spPr/>
    </dgm:pt>
    <dgm:pt modelId="{98BB2592-F783-4A70-B38A-E92CC2A8C72C}" type="pres">
      <dgm:prSet presAssocID="{F71AD892-2ACD-423C-8B2C-082369AE2F95}" presName="node" presStyleLbl="node1" presStyleIdx="3" presStyleCnt="10">
        <dgm:presLayoutVars>
          <dgm:bulletEnabled val="1"/>
        </dgm:presLayoutVars>
      </dgm:prSet>
      <dgm:spPr/>
    </dgm:pt>
    <dgm:pt modelId="{33A1E8BB-CEEF-48F7-9A18-3A6D5E310B7E}" type="pres">
      <dgm:prSet presAssocID="{1C394CBB-1826-465B-BA48-F9E0C6268FD0}" presName="sibTrans" presStyleLbl="sibTrans2D1" presStyleIdx="3" presStyleCnt="9"/>
      <dgm:spPr/>
    </dgm:pt>
    <dgm:pt modelId="{16C5CD51-5DB9-48E0-9139-243107E9DE36}" type="pres">
      <dgm:prSet presAssocID="{1C394CBB-1826-465B-BA48-F9E0C6268FD0}" presName="connectorText" presStyleLbl="sibTrans2D1" presStyleIdx="3" presStyleCnt="9"/>
      <dgm:spPr/>
    </dgm:pt>
    <dgm:pt modelId="{B4BCEA0C-0A96-41F7-82E0-9E9B2E9DEDF0}" type="pres">
      <dgm:prSet presAssocID="{8CA3D812-BE86-4AD1-942F-86FD1FD15444}" presName="node" presStyleLbl="node1" presStyleIdx="4" presStyleCnt="10">
        <dgm:presLayoutVars>
          <dgm:bulletEnabled val="1"/>
        </dgm:presLayoutVars>
      </dgm:prSet>
      <dgm:spPr/>
    </dgm:pt>
    <dgm:pt modelId="{2A0A9006-BEB0-4F2E-9B1F-7957FEF34804}" type="pres">
      <dgm:prSet presAssocID="{9DA4353E-7738-4D4D-A8ED-F11FB1F07D88}" presName="sibTrans" presStyleLbl="sibTrans2D1" presStyleIdx="4" presStyleCnt="9"/>
      <dgm:spPr/>
    </dgm:pt>
    <dgm:pt modelId="{9191493B-9998-437D-B722-B76E07C4D0F3}" type="pres">
      <dgm:prSet presAssocID="{9DA4353E-7738-4D4D-A8ED-F11FB1F07D88}" presName="connectorText" presStyleLbl="sibTrans2D1" presStyleIdx="4" presStyleCnt="9"/>
      <dgm:spPr/>
    </dgm:pt>
    <dgm:pt modelId="{E55C635F-A14E-4D45-85F3-6ED110873466}" type="pres">
      <dgm:prSet presAssocID="{D9F898EC-45AE-400E-8A50-20F1BFAF791F}" presName="node" presStyleLbl="node1" presStyleIdx="5" presStyleCnt="10">
        <dgm:presLayoutVars>
          <dgm:bulletEnabled val="1"/>
        </dgm:presLayoutVars>
      </dgm:prSet>
      <dgm:spPr/>
    </dgm:pt>
    <dgm:pt modelId="{21036243-494F-4568-AC05-97C925B9181E}" type="pres">
      <dgm:prSet presAssocID="{BB8D869B-D5B6-4481-B377-C4EF745FD528}" presName="sibTrans" presStyleLbl="sibTrans2D1" presStyleIdx="5" presStyleCnt="9"/>
      <dgm:spPr/>
    </dgm:pt>
    <dgm:pt modelId="{BC08B010-F094-4850-89C3-948B62604181}" type="pres">
      <dgm:prSet presAssocID="{BB8D869B-D5B6-4481-B377-C4EF745FD528}" presName="connectorText" presStyleLbl="sibTrans2D1" presStyleIdx="5" presStyleCnt="9"/>
      <dgm:spPr/>
    </dgm:pt>
    <dgm:pt modelId="{68977DD8-5B0E-4FCA-979A-136ADE5F2B23}" type="pres">
      <dgm:prSet presAssocID="{46A267E2-BF8C-434E-A6AE-7AFCCCF780E2}" presName="node" presStyleLbl="node1" presStyleIdx="6" presStyleCnt="10">
        <dgm:presLayoutVars>
          <dgm:bulletEnabled val="1"/>
        </dgm:presLayoutVars>
      </dgm:prSet>
      <dgm:spPr/>
    </dgm:pt>
    <dgm:pt modelId="{EED82A41-9F2F-4DD3-BE4D-F78112D20C5A}" type="pres">
      <dgm:prSet presAssocID="{B6D39101-5A16-4BF4-9D13-08323BF72F23}" presName="sibTrans" presStyleLbl="sibTrans2D1" presStyleIdx="6" presStyleCnt="9"/>
      <dgm:spPr/>
    </dgm:pt>
    <dgm:pt modelId="{ED6B9AE2-21E7-4F06-A2E0-DBC08A15FC3C}" type="pres">
      <dgm:prSet presAssocID="{B6D39101-5A16-4BF4-9D13-08323BF72F23}" presName="connectorText" presStyleLbl="sibTrans2D1" presStyleIdx="6" presStyleCnt="9"/>
      <dgm:spPr/>
    </dgm:pt>
    <dgm:pt modelId="{43CB17B8-D65A-49F1-B76E-3D9EC861B122}" type="pres">
      <dgm:prSet presAssocID="{909F844A-4742-4633-B774-4F4AFBDF1789}" presName="node" presStyleLbl="node1" presStyleIdx="7" presStyleCnt="10">
        <dgm:presLayoutVars>
          <dgm:bulletEnabled val="1"/>
        </dgm:presLayoutVars>
      </dgm:prSet>
      <dgm:spPr/>
    </dgm:pt>
    <dgm:pt modelId="{CCFD9D5D-4D6C-4969-A48E-1676FE8E8008}" type="pres">
      <dgm:prSet presAssocID="{C52AE7D2-4AB6-4486-8122-0F434F32CB93}" presName="sibTrans" presStyleLbl="sibTrans2D1" presStyleIdx="7" presStyleCnt="9"/>
      <dgm:spPr/>
    </dgm:pt>
    <dgm:pt modelId="{98B09358-8DC0-40BD-BF85-83E3DD185F4B}" type="pres">
      <dgm:prSet presAssocID="{C52AE7D2-4AB6-4486-8122-0F434F32CB93}" presName="connectorText" presStyleLbl="sibTrans2D1" presStyleIdx="7" presStyleCnt="9"/>
      <dgm:spPr/>
    </dgm:pt>
    <dgm:pt modelId="{F44F8EF3-604E-45B2-B230-B5CDB4F1CE62}" type="pres">
      <dgm:prSet presAssocID="{3BABDB3E-2456-4390-86F7-6745DC7C3975}" presName="node" presStyleLbl="node1" presStyleIdx="8" presStyleCnt="10">
        <dgm:presLayoutVars>
          <dgm:bulletEnabled val="1"/>
        </dgm:presLayoutVars>
      </dgm:prSet>
      <dgm:spPr/>
    </dgm:pt>
    <dgm:pt modelId="{4FDC0F95-C4AC-4B85-89A7-8C9599EA086A}" type="pres">
      <dgm:prSet presAssocID="{E75A5958-D0BF-485D-AF9E-172E6439CFEF}" presName="sibTrans" presStyleLbl="sibTrans2D1" presStyleIdx="8" presStyleCnt="9"/>
      <dgm:spPr/>
    </dgm:pt>
    <dgm:pt modelId="{E24C5674-6D6F-451B-A1F8-E99AADC9F1C7}" type="pres">
      <dgm:prSet presAssocID="{E75A5958-D0BF-485D-AF9E-172E6439CFEF}" presName="connectorText" presStyleLbl="sibTrans2D1" presStyleIdx="8" presStyleCnt="9"/>
      <dgm:spPr/>
    </dgm:pt>
    <dgm:pt modelId="{7FC6792F-31EF-478F-AEF1-2BD0CA2ADFE5}" type="pres">
      <dgm:prSet presAssocID="{03D2F2FD-63FA-4880-9F69-EA996BBCFED6}" presName="node" presStyleLbl="node1" presStyleIdx="9" presStyleCnt="10">
        <dgm:presLayoutVars>
          <dgm:bulletEnabled val="1"/>
        </dgm:presLayoutVars>
      </dgm:prSet>
      <dgm:spPr/>
    </dgm:pt>
  </dgm:ptLst>
  <dgm:cxnLst>
    <dgm:cxn modelId="{5D72A901-C063-4A8D-A963-CBEF6A94089E}" type="presOf" srcId="{8CA3D812-BE86-4AD1-942F-86FD1FD15444}" destId="{B4BCEA0C-0A96-41F7-82E0-9E9B2E9DEDF0}" srcOrd="0" destOrd="0" presId="urn:microsoft.com/office/officeart/2005/8/layout/process2"/>
    <dgm:cxn modelId="{58A1A707-8349-45B8-B726-4AA1C4871C40}" type="presOf" srcId="{BB8D869B-D5B6-4481-B377-C4EF745FD528}" destId="{BC08B010-F094-4850-89C3-948B62604181}" srcOrd="1" destOrd="0" presId="urn:microsoft.com/office/officeart/2005/8/layout/process2"/>
    <dgm:cxn modelId="{3223EC08-7604-4C20-B0A8-CCC4C8F016DB}" type="presOf" srcId="{46A267E2-BF8C-434E-A6AE-7AFCCCF780E2}" destId="{68977DD8-5B0E-4FCA-979A-136ADE5F2B23}" srcOrd="0" destOrd="0" presId="urn:microsoft.com/office/officeart/2005/8/layout/process2"/>
    <dgm:cxn modelId="{0492190A-EF9D-44E5-AE00-7C1F8BCABAC4}" srcId="{C372E361-D6B3-4E7C-86D4-B7EC5AFA005B}" destId="{46A267E2-BF8C-434E-A6AE-7AFCCCF780E2}" srcOrd="6" destOrd="0" parTransId="{FB706AA2-83BC-4EEE-AB7F-83C778DA1423}" sibTransId="{B6D39101-5A16-4BF4-9D13-08323BF72F23}"/>
    <dgm:cxn modelId="{83C95F0E-F071-4F71-94E9-EF511B64241F}" type="presOf" srcId="{909F844A-4742-4633-B774-4F4AFBDF1789}" destId="{43CB17B8-D65A-49F1-B76E-3D9EC861B122}" srcOrd="0" destOrd="0" presId="urn:microsoft.com/office/officeart/2005/8/layout/process2"/>
    <dgm:cxn modelId="{0D236917-7389-4DEB-BCEF-CE6C098283EE}" type="presOf" srcId="{C372E361-D6B3-4E7C-86D4-B7EC5AFA005B}" destId="{376C871D-D0A5-4349-ABE3-B137CA579895}" srcOrd="0" destOrd="0" presId="urn:microsoft.com/office/officeart/2005/8/layout/process2"/>
    <dgm:cxn modelId="{962E471C-D17F-4326-9375-6683D71160AA}" type="presOf" srcId="{C52AE7D2-4AB6-4486-8122-0F434F32CB93}" destId="{98B09358-8DC0-40BD-BF85-83E3DD185F4B}" srcOrd="1" destOrd="0" presId="urn:microsoft.com/office/officeart/2005/8/layout/process2"/>
    <dgm:cxn modelId="{E499B721-B74C-4E6B-A441-13C16D73578C}" srcId="{C372E361-D6B3-4E7C-86D4-B7EC5AFA005B}" destId="{D9F898EC-45AE-400E-8A50-20F1BFAF791F}" srcOrd="5" destOrd="0" parTransId="{561D0F09-04A8-447F-A346-B503558DACCD}" sibTransId="{BB8D869B-D5B6-4481-B377-C4EF745FD528}"/>
    <dgm:cxn modelId="{0DB7D533-7DDF-4BDC-A8E1-98E33284759F}" type="presOf" srcId="{F1CD0686-351B-4DB6-9D46-E7B019CC2749}" destId="{59F7AC24-5568-42FD-B73B-06FFD26DBD3C}" srcOrd="0" destOrd="0" presId="urn:microsoft.com/office/officeart/2005/8/layout/process2"/>
    <dgm:cxn modelId="{98C45136-0431-4D6F-9F98-11AAE4751A97}" type="presOf" srcId="{242C8108-BA7C-4EA9-8471-9105D8AEBB02}" destId="{96F72CD2-58C7-4527-ABC1-4BEB676AA4FB}" srcOrd="0" destOrd="0" presId="urn:microsoft.com/office/officeart/2005/8/layout/process2"/>
    <dgm:cxn modelId="{8C95EF36-AB19-477F-A520-D2217469B5EF}" srcId="{C372E361-D6B3-4E7C-86D4-B7EC5AFA005B}" destId="{8CA3D812-BE86-4AD1-942F-86FD1FD15444}" srcOrd="4" destOrd="0" parTransId="{0608FC68-10CC-4348-B08C-30FD7F2B0199}" sibTransId="{9DA4353E-7738-4D4D-A8ED-F11FB1F07D88}"/>
    <dgm:cxn modelId="{700F013E-1A3C-4643-AAF3-9AE0A7A3F4D6}" type="presOf" srcId="{F71AD892-2ACD-423C-8B2C-082369AE2F95}" destId="{98BB2592-F783-4A70-B38A-E92CC2A8C72C}" srcOrd="0" destOrd="0" presId="urn:microsoft.com/office/officeart/2005/8/layout/process2"/>
    <dgm:cxn modelId="{320AA23F-7BC9-4515-BCAD-7FAE4C6C2496}" type="presOf" srcId="{9DA4353E-7738-4D4D-A8ED-F11FB1F07D88}" destId="{2A0A9006-BEB0-4F2E-9B1F-7957FEF34804}" srcOrd="0" destOrd="0" presId="urn:microsoft.com/office/officeart/2005/8/layout/process2"/>
    <dgm:cxn modelId="{F0E3DB62-0F19-43C4-85A4-9F89A0E7F77C}" type="presOf" srcId="{C52AE7D2-4AB6-4486-8122-0F434F32CB93}" destId="{CCFD9D5D-4D6C-4969-A48E-1676FE8E8008}" srcOrd="0" destOrd="0" presId="urn:microsoft.com/office/officeart/2005/8/layout/process2"/>
    <dgm:cxn modelId="{C6063644-8D62-43A4-92F0-A4A08C35F08C}" type="presOf" srcId="{1C394CBB-1826-465B-BA48-F9E0C6268FD0}" destId="{16C5CD51-5DB9-48E0-9139-243107E9DE36}" srcOrd="1" destOrd="0" presId="urn:microsoft.com/office/officeart/2005/8/layout/process2"/>
    <dgm:cxn modelId="{B1651369-4E40-4614-94AE-EB1D36C96366}" type="presOf" srcId="{D9F898EC-45AE-400E-8A50-20F1BFAF791F}" destId="{E55C635F-A14E-4D45-85F3-6ED110873466}" srcOrd="0" destOrd="0" presId="urn:microsoft.com/office/officeart/2005/8/layout/process2"/>
    <dgm:cxn modelId="{546FE46B-C899-4E16-9BCC-08CF70DF5EA4}" srcId="{C372E361-D6B3-4E7C-86D4-B7EC5AFA005B}" destId="{03D2F2FD-63FA-4880-9F69-EA996BBCFED6}" srcOrd="9" destOrd="0" parTransId="{B71BE622-BABB-451A-9ED9-18B57C674F8B}" sibTransId="{752D7423-0E57-46B9-A280-4982C4786E0C}"/>
    <dgm:cxn modelId="{26F2EC6D-657A-41AB-A233-80CB1A5ECF6C}" type="presOf" srcId="{3BABDB3E-2456-4390-86F7-6745DC7C3975}" destId="{F44F8EF3-604E-45B2-B230-B5CDB4F1CE62}" srcOrd="0" destOrd="0" presId="urn:microsoft.com/office/officeart/2005/8/layout/process2"/>
    <dgm:cxn modelId="{89FB674E-8307-4656-8FA0-280B985FDD23}" type="presOf" srcId="{BB8D869B-D5B6-4481-B377-C4EF745FD528}" destId="{21036243-494F-4568-AC05-97C925B9181E}" srcOrd="0" destOrd="0" presId="urn:microsoft.com/office/officeart/2005/8/layout/process2"/>
    <dgm:cxn modelId="{6F21324F-1FE0-4423-9675-B6FF36FAB36B}" srcId="{C372E361-D6B3-4E7C-86D4-B7EC5AFA005B}" destId="{BD9AFE9E-0824-4A57-A170-CD0E82ED6F4F}" srcOrd="2" destOrd="0" parTransId="{AD76CA93-AAE6-4D55-AA4C-D47920154A00}" sibTransId="{4E2E258C-3DD8-4202-B395-E8E858E0E079}"/>
    <dgm:cxn modelId="{A1C3996F-948A-4E1E-824F-B430DA3DD5AB}" type="presOf" srcId="{4E2E258C-3DD8-4202-B395-E8E858E0E079}" destId="{72999121-CF30-468F-8844-F37DFB3ABF89}" srcOrd="1" destOrd="0" presId="urn:microsoft.com/office/officeart/2005/8/layout/process2"/>
    <dgm:cxn modelId="{045D8971-C82C-4C29-8694-70B973230640}" type="presOf" srcId="{E75A5958-D0BF-485D-AF9E-172E6439CFEF}" destId="{E24C5674-6D6F-451B-A1F8-E99AADC9F1C7}" srcOrd="1" destOrd="0" presId="urn:microsoft.com/office/officeart/2005/8/layout/process2"/>
    <dgm:cxn modelId="{40E9A873-38EB-4E23-8AD9-20F327B701CC}" type="presOf" srcId="{716DDC74-AA5D-48B4-9CCF-141B11F42348}" destId="{7D937DDB-0B10-41D6-8801-4910CD8F23BF}" srcOrd="0" destOrd="0" presId="urn:microsoft.com/office/officeart/2005/8/layout/process2"/>
    <dgm:cxn modelId="{DEB10255-847C-43BD-BB06-032308880C1C}" type="presOf" srcId="{9DA4353E-7738-4D4D-A8ED-F11FB1F07D88}" destId="{9191493B-9998-437D-B722-B76E07C4D0F3}" srcOrd="1" destOrd="0" presId="urn:microsoft.com/office/officeart/2005/8/layout/process2"/>
    <dgm:cxn modelId="{E83EA357-0D31-4A7B-8F1E-02562C09949C}" srcId="{C372E361-D6B3-4E7C-86D4-B7EC5AFA005B}" destId="{909F844A-4742-4633-B774-4F4AFBDF1789}" srcOrd="7" destOrd="0" parTransId="{B7AC2950-3547-46B2-9B0F-5060B80998E4}" sibTransId="{C52AE7D2-4AB6-4486-8122-0F434F32CB93}"/>
    <dgm:cxn modelId="{21292F7B-2F8D-4447-BBFE-8016E2ACDFDB}" type="presOf" srcId="{03D2F2FD-63FA-4880-9F69-EA996BBCFED6}" destId="{7FC6792F-31EF-478F-AEF1-2BD0CA2ADFE5}" srcOrd="0" destOrd="0" presId="urn:microsoft.com/office/officeart/2005/8/layout/process2"/>
    <dgm:cxn modelId="{B28C8489-8EEE-49E1-8A68-00E9ECBBFB08}" srcId="{C372E361-D6B3-4E7C-86D4-B7EC5AFA005B}" destId="{F71AD892-2ACD-423C-8B2C-082369AE2F95}" srcOrd="3" destOrd="0" parTransId="{3DF694AE-A876-4E73-ABE0-727683DBA67E}" sibTransId="{1C394CBB-1826-465B-BA48-F9E0C6268FD0}"/>
    <dgm:cxn modelId="{D20BB591-3A8A-4D78-88C5-1FEFBCF6D6A2}" type="presOf" srcId="{C498D209-93D4-415D-9020-A0CEF65EBD13}" destId="{86E00689-318D-45D9-9DDB-1852FEAF9EA5}" srcOrd="1" destOrd="0" presId="urn:microsoft.com/office/officeart/2005/8/layout/process2"/>
    <dgm:cxn modelId="{0F9A22A8-8C39-4730-AD50-C5A4826FC44B}" type="presOf" srcId="{C498D209-93D4-415D-9020-A0CEF65EBD13}" destId="{5F27AFF7-184B-4B50-9769-56EBA04CD1A7}" srcOrd="0" destOrd="0" presId="urn:microsoft.com/office/officeart/2005/8/layout/process2"/>
    <dgm:cxn modelId="{C3A33FAD-CCFB-4B34-B48A-4E6DB0EDD68E}" srcId="{C372E361-D6B3-4E7C-86D4-B7EC5AFA005B}" destId="{F1CD0686-351B-4DB6-9D46-E7B019CC2749}" srcOrd="0" destOrd="0" parTransId="{047BD0F8-6744-4406-AC36-E31AE1446B0D}" sibTransId="{C498D209-93D4-415D-9020-A0CEF65EBD13}"/>
    <dgm:cxn modelId="{527AD0B1-4FC4-4F7C-BF20-5B5B11005DA3}" type="presOf" srcId="{4E2E258C-3DD8-4202-B395-E8E858E0E079}" destId="{21C37E60-E27C-4879-A368-F8B0E802BC57}" srcOrd="0" destOrd="0" presId="urn:microsoft.com/office/officeart/2005/8/layout/process2"/>
    <dgm:cxn modelId="{96A9CAB7-85B9-448A-AAC0-B5EE899AA17F}" srcId="{C372E361-D6B3-4E7C-86D4-B7EC5AFA005B}" destId="{3BABDB3E-2456-4390-86F7-6745DC7C3975}" srcOrd="8" destOrd="0" parTransId="{69B3FCA3-C2C2-4405-84D3-1279DFF8BC98}" sibTransId="{E75A5958-D0BF-485D-AF9E-172E6439CFEF}"/>
    <dgm:cxn modelId="{F9F677B9-532C-4798-9A1B-ED0FDDB9C0B1}" type="presOf" srcId="{716DDC74-AA5D-48B4-9CCF-141B11F42348}" destId="{D22D5F34-E562-4024-AF15-47C76555DE2D}" srcOrd="1" destOrd="0" presId="urn:microsoft.com/office/officeart/2005/8/layout/process2"/>
    <dgm:cxn modelId="{85D2A2BC-23AC-4C70-9946-E7EDE2C57B5C}" type="presOf" srcId="{BD9AFE9E-0824-4A57-A170-CD0E82ED6F4F}" destId="{3A790245-7259-4F39-A37E-8E2D3EA96D3B}" srcOrd="0" destOrd="0" presId="urn:microsoft.com/office/officeart/2005/8/layout/process2"/>
    <dgm:cxn modelId="{C4B2C5C3-71F8-4332-B589-A8FEC3A3AE7E}" type="presOf" srcId="{E75A5958-D0BF-485D-AF9E-172E6439CFEF}" destId="{4FDC0F95-C4AC-4B85-89A7-8C9599EA086A}" srcOrd="0" destOrd="0" presId="urn:microsoft.com/office/officeart/2005/8/layout/process2"/>
    <dgm:cxn modelId="{43296FD9-2781-4A4D-BD22-40FB899C1532}" srcId="{C372E361-D6B3-4E7C-86D4-B7EC5AFA005B}" destId="{242C8108-BA7C-4EA9-8471-9105D8AEBB02}" srcOrd="1" destOrd="0" parTransId="{5BF2AAA9-25E3-4E8F-B17B-6F121C8AAF07}" sibTransId="{716DDC74-AA5D-48B4-9CCF-141B11F42348}"/>
    <dgm:cxn modelId="{46E034DA-2C71-4BE9-927E-EAF9F81F9579}" type="presOf" srcId="{B6D39101-5A16-4BF4-9D13-08323BF72F23}" destId="{ED6B9AE2-21E7-4F06-A2E0-DBC08A15FC3C}" srcOrd="1" destOrd="0" presId="urn:microsoft.com/office/officeart/2005/8/layout/process2"/>
    <dgm:cxn modelId="{3F82C4DF-A636-4387-B371-CBF9E785DAF2}" type="presOf" srcId="{B6D39101-5A16-4BF4-9D13-08323BF72F23}" destId="{EED82A41-9F2F-4DD3-BE4D-F78112D20C5A}" srcOrd="0" destOrd="0" presId="urn:microsoft.com/office/officeart/2005/8/layout/process2"/>
    <dgm:cxn modelId="{1365D2F4-C85B-4D92-961A-84D50A14EF61}" type="presOf" srcId="{1C394CBB-1826-465B-BA48-F9E0C6268FD0}" destId="{33A1E8BB-CEEF-48F7-9A18-3A6D5E310B7E}" srcOrd="0" destOrd="0" presId="urn:microsoft.com/office/officeart/2005/8/layout/process2"/>
    <dgm:cxn modelId="{97D8A7C1-BEA3-47BA-8AC8-F25B87068D4C}" type="presParOf" srcId="{376C871D-D0A5-4349-ABE3-B137CA579895}" destId="{59F7AC24-5568-42FD-B73B-06FFD26DBD3C}" srcOrd="0" destOrd="0" presId="urn:microsoft.com/office/officeart/2005/8/layout/process2"/>
    <dgm:cxn modelId="{090ED5DD-96FF-4978-A7CF-8D98D95168A7}" type="presParOf" srcId="{376C871D-D0A5-4349-ABE3-B137CA579895}" destId="{5F27AFF7-184B-4B50-9769-56EBA04CD1A7}" srcOrd="1" destOrd="0" presId="urn:microsoft.com/office/officeart/2005/8/layout/process2"/>
    <dgm:cxn modelId="{CADAB0BF-09F2-4BB1-8972-5B71228BB0D6}" type="presParOf" srcId="{5F27AFF7-184B-4B50-9769-56EBA04CD1A7}" destId="{86E00689-318D-45D9-9DDB-1852FEAF9EA5}" srcOrd="0" destOrd="0" presId="urn:microsoft.com/office/officeart/2005/8/layout/process2"/>
    <dgm:cxn modelId="{83997788-B47C-4172-A780-53F106B85051}" type="presParOf" srcId="{376C871D-D0A5-4349-ABE3-B137CA579895}" destId="{96F72CD2-58C7-4527-ABC1-4BEB676AA4FB}" srcOrd="2" destOrd="0" presId="urn:microsoft.com/office/officeart/2005/8/layout/process2"/>
    <dgm:cxn modelId="{CD7D1ED2-8917-40FF-9995-EF6D97A2DCBE}" type="presParOf" srcId="{376C871D-D0A5-4349-ABE3-B137CA579895}" destId="{7D937DDB-0B10-41D6-8801-4910CD8F23BF}" srcOrd="3" destOrd="0" presId="urn:microsoft.com/office/officeart/2005/8/layout/process2"/>
    <dgm:cxn modelId="{325192ED-4F5F-4D16-9D6F-EEDBCB95DB61}" type="presParOf" srcId="{7D937DDB-0B10-41D6-8801-4910CD8F23BF}" destId="{D22D5F34-E562-4024-AF15-47C76555DE2D}" srcOrd="0" destOrd="0" presId="urn:microsoft.com/office/officeart/2005/8/layout/process2"/>
    <dgm:cxn modelId="{A5EF8A4B-EB53-425F-90C3-0C9BB9D49830}" type="presParOf" srcId="{376C871D-D0A5-4349-ABE3-B137CA579895}" destId="{3A790245-7259-4F39-A37E-8E2D3EA96D3B}" srcOrd="4" destOrd="0" presId="urn:microsoft.com/office/officeart/2005/8/layout/process2"/>
    <dgm:cxn modelId="{6E9EA36D-BF20-43EC-AE07-85A177E4BD60}" type="presParOf" srcId="{376C871D-D0A5-4349-ABE3-B137CA579895}" destId="{21C37E60-E27C-4879-A368-F8B0E802BC57}" srcOrd="5" destOrd="0" presId="urn:microsoft.com/office/officeart/2005/8/layout/process2"/>
    <dgm:cxn modelId="{F968912A-FBC2-4919-9805-B6B5DB4F3E87}" type="presParOf" srcId="{21C37E60-E27C-4879-A368-F8B0E802BC57}" destId="{72999121-CF30-468F-8844-F37DFB3ABF89}" srcOrd="0" destOrd="0" presId="urn:microsoft.com/office/officeart/2005/8/layout/process2"/>
    <dgm:cxn modelId="{2DEA6419-622B-4B75-A8F2-6C56DB5D1C55}" type="presParOf" srcId="{376C871D-D0A5-4349-ABE3-B137CA579895}" destId="{98BB2592-F783-4A70-B38A-E92CC2A8C72C}" srcOrd="6" destOrd="0" presId="urn:microsoft.com/office/officeart/2005/8/layout/process2"/>
    <dgm:cxn modelId="{0703D6A6-3B56-4CD7-A8C5-DC832CD86D7F}" type="presParOf" srcId="{376C871D-D0A5-4349-ABE3-B137CA579895}" destId="{33A1E8BB-CEEF-48F7-9A18-3A6D5E310B7E}" srcOrd="7" destOrd="0" presId="urn:microsoft.com/office/officeart/2005/8/layout/process2"/>
    <dgm:cxn modelId="{E3388811-03E2-4AF6-A42D-F124B6E7881C}" type="presParOf" srcId="{33A1E8BB-CEEF-48F7-9A18-3A6D5E310B7E}" destId="{16C5CD51-5DB9-48E0-9139-243107E9DE36}" srcOrd="0" destOrd="0" presId="urn:microsoft.com/office/officeart/2005/8/layout/process2"/>
    <dgm:cxn modelId="{9BE0088F-5E7F-4818-9C93-10F932A25CE2}" type="presParOf" srcId="{376C871D-D0A5-4349-ABE3-B137CA579895}" destId="{B4BCEA0C-0A96-41F7-82E0-9E9B2E9DEDF0}" srcOrd="8" destOrd="0" presId="urn:microsoft.com/office/officeart/2005/8/layout/process2"/>
    <dgm:cxn modelId="{65BF26A6-8882-426D-81A0-8B0EDD6B3DE8}" type="presParOf" srcId="{376C871D-D0A5-4349-ABE3-B137CA579895}" destId="{2A0A9006-BEB0-4F2E-9B1F-7957FEF34804}" srcOrd="9" destOrd="0" presId="urn:microsoft.com/office/officeart/2005/8/layout/process2"/>
    <dgm:cxn modelId="{BA995027-4D2E-4569-ABB5-73160F42C06A}" type="presParOf" srcId="{2A0A9006-BEB0-4F2E-9B1F-7957FEF34804}" destId="{9191493B-9998-437D-B722-B76E07C4D0F3}" srcOrd="0" destOrd="0" presId="urn:microsoft.com/office/officeart/2005/8/layout/process2"/>
    <dgm:cxn modelId="{AEFF7BC4-EDDB-4F8F-A478-889509EB6E11}" type="presParOf" srcId="{376C871D-D0A5-4349-ABE3-B137CA579895}" destId="{E55C635F-A14E-4D45-85F3-6ED110873466}" srcOrd="10" destOrd="0" presId="urn:microsoft.com/office/officeart/2005/8/layout/process2"/>
    <dgm:cxn modelId="{F9857A83-EB7B-41F2-B65C-00A943D4C542}" type="presParOf" srcId="{376C871D-D0A5-4349-ABE3-B137CA579895}" destId="{21036243-494F-4568-AC05-97C925B9181E}" srcOrd="11" destOrd="0" presId="urn:microsoft.com/office/officeart/2005/8/layout/process2"/>
    <dgm:cxn modelId="{475EE083-0403-42CC-8FA0-1F088E711FB0}" type="presParOf" srcId="{21036243-494F-4568-AC05-97C925B9181E}" destId="{BC08B010-F094-4850-89C3-948B62604181}" srcOrd="0" destOrd="0" presId="urn:microsoft.com/office/officeart/2005/8/layout/process2"/>
    <dgm:cxn modelId="{E6E24193-0FA6-4315-B9BB-0AF0758B67BF}" type="presParOf" srcId="{376C871D-D0A5-4349-ABE3-B137CA579895}" destId="{68977DD8-5B0E-4FCA-979A-136ADE5F2B23}" srcOrd="12" destOrd="0" presId="urn:microsoft.com/office/officeart/2005/8/layout/process2"/>
    <dgm:cxn modelId="{E27542B0-E95A-48B5-A077-87271E2839CE}" type="presParOf" srcId="{376C871D-D0A5-4349-ABE3-B137CA579895}" destId="{EED82A41-9F2F-4DD3-BE4D-F78112D20C5A}" srcOrd="13" destOrd="0" presId="urn:microsoft.com/office/officeart/2005/8/layout/process2"/>
    <dgm:cxn modelId="{8D50C0F3-DF7D-4CA3-9E47-ABA0CA385ACE}" type="presParOf" srcId="{EED82A41-9F2F-4DD3-BE4D-F78112D20C5A}" destId="{ED6B9AE2-21E7-4F06-A2E0-DBC08A15FC3C}" srcOrd="0" destOrd="0" presId="urn:microsoft.com/office/officeart/2005/8/layout/process2"/>
    <dgm:cxn modelId="{9DC93BCC-74A5-4A29-A3E5-7E75BC62D2CF}" type="presParOf" srcId="{376C871D-D0A5-4349-ABE3-B137CA579895}" destId="{43CB17B8-D65A-49F1-B76E-3D9EC861B122}" srcOrd="14" destOrd="0" presId="urn:microsoft.com/office/officeart/2005/8/layout/process2"/>
    <dgm:cxn modelId="{1DD79227-5B17-4DD0-8059-45E19264586F}" type="presParOf" srcId="{376C871D-D0A5-4349-ABE3-B137CA579895}" destId="{CCFD9D5D-4D6C-4969-A48E-1676FE8E8008}" srcOrd="15" destOrd="0" presId="urn:microsoft.com/office/officeart/2005/8/layout/process2"/>
    <dgm:cxn modelId="{7A6B4E18-6D4A-4ECB-90E7-4F9F59D9772C}" type="presParOf" srcId="{CCFD9D5D-4D6C-4969-A48E-1676FE8E8008}" destId="{98B09358-8DC0-40BD-BF85-83E3DD185F4B}" srcOrd="0" destOrd="0" presId="urn:microsoft.com/office/officeart/2005/8/layout/process2"/>
    <dgm:cxn modelId="{62C0CD85-726B-4143-A858-D7481B7104A1}" type="presParOf" srcId="{376C871D-D0A5-4349-ABE3-B137CA579895}" destId="{F44F8EF3-604E-45B2-B230-B5CDB4F1CE62}" srcOrd="16" destOrd="0" presId="urn:microsoft.com/office/officeart/2005/8/layout/process2"/>
    <dgm:cxn modelId="{B097467A-2C98-46B8-A6AF-2A733DA62D7F}" type="presParOf" srcId="{376C871D-D0A5-4349-ABE3-B137CA579895}" destId="{4FDC0F95-C4AC-4B85-89A7-8C9599EA086A}" srcOrd="17" destOrd="0" presId="urn:microsoft.com/office/officeart/2005/8/layout/process2"/>
    <dgm:cxn modelId="{28B52FF8-6AC6-4FB2-80C5-AE390ED1D986}" type="presParOf" srcId="{4FDC0F95-C4AC-4B85-89A7-8C9599EA086A}" destId="{E24C5674-6D6F-451B-A1F8-E99AADC9F1C7}" srcOrd="0" destOrd="0" presId="urn:microsoft.com/office/officeart/2005/8/layout/process2"/>
    <dgm:cxn modelId="{6E070D3C-B97A-412E-964E-1DA8A60B2608}" type="presParOf" srcId="{376C871D-D0A5-4349-ABE3-B137CA579895}" destId="{7FC6792F-31EF-478F-AEF1-2BD0CA2ADFE5}" srcOrd="1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A05BC2-7ED6-4C56-8F7F-5D2758B1F465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C3C9E098-C39D-47AF-915A-8F40E99D8C6F}">
      <dgm:prSet/>
      <dgm:spPr/>
      <dgm:t>
        <a:bodyPr/>
        <a:lstStyle/>
        <a:p>
          <a:r>
            <a:rPr lang="hu-HU"/>
            <a:t>ASA parancsok hiánya Packet Tracerben</a:t>
          </a:r>
          <a:endParaRPr lang="en-US"/>
        </a:p>
      </dgm:t>
    </dgm:pt>
    <dgm:pt modelId="{10DFF7FA-19F6-487F-BE62-CE81465054E5}" type="parTrans" cxnId="{3AD2371B-B792-4B73-A363-FE77766938AD}">
      <dgm:prSet/>
      <dgm:spPr/>
      <dgm:t>
        <a:bodyPr/>
        <a:lstStyle/>
        <a:p>
          <a:endParaRPr lang="en-US"/>
        </a:p>
      </dgm:t>
    </dgm:pt>
    <dgm:pt modelId="{C0C8BBB4-895A-4FA6-AE15-F8A201BBE217}" type="sibTrans" cxnId="{3AD2371B-B792-4B73-A363-FE77766938AD}">
      <dgm:prSet/>
      <dgm:spPr/>
      <dgm:t>
        <a:bodyPr/>
        <a:lstStyle/>
        <a:p>
          <a:endParaRPr lang="en-US"/>
        </a:p>
      </dgm:t>
    </dgm:pt>
    <dgm:pt modelId="{E29B5B9B-573C-4356-91C3-4E0CECE27011}">
      <dgm:prSet/>
      <dgm:spPr/>
      <dgm:t>
        <a:bodyPr/>
        <a:lstStyle/>
        <a:p>
          <a:r>
            <a:rPr lang="hu-HU"/>
            <a:t>VPN megvalósítása ASA-ban</a:t>
          </a:r>
          <a:endParaRPr lang="en-US"/>
        </a:p>
      </dgm:t>
    </dgm:pt>
    <dgm:pt modelId="{CB223382-9E27-45C0-869E-B2079252A110}" type="parTrans" cxnId="{96B77A16-483C-471E-9F67-EA561562338E}">
      <dgm:prSet/>
      <dgm:spPr/>
      <dgm:t>
        <a:bodyPr/>
        <a:lstStyle/>
        <a:p>
          <a:endParaRPr lang="en-US"/>
        </a:p>
      </dgm:t>
    </dgm:pt>
    <dgm:pt modelId="{0FD5D6E4-2460-4148-80D7-22408095C920}" type="sibTrans" cxnId="{96B77A16-483C-471E-9F67-EA561562338E}">
      <dgm:prSet/>
      <dgm:spPr/>
      <dgm:t>
        <a:bodyPr/>
        <a:lstStyle/>
        <a:p>
          <a:endParaRPr lang="en-US"/>
        </a:p>
      </dgm:t>
    </dgm:pt>
    <dgm:pt modelId="{B5FEDFC5-4EA6-40F5-B67F-E4152FEBC57D}">
      <dgm:prSet/>
      <dgm:spPr/>
      <dgm:t>
        <a:bodyPr/>
        <a:lstStyle/>
        <a:p>
          <a:r>
            <a:rPr lang="hu-HU"/>
            <a:t>Netmiko kód megírása</a:t>
          </a:r>
          <a:endParaRPr lang="en-US"/>
        </a:p>
      </dgm:t>
    </dgm:pt>
    <dgm:pt modelId="{F545CEA8-26C5-4E1C-85AB-5085E989AE04}" type="parTrans" cxnId="{22263758-7A9F-4004-A873-8FA72560472D}">
      <dgm:prSet/>
      <dgm:spPr/>
      <dgm:t>
        <a:bodyPr/>
        <a:lstStyle/>
        <a:p>
          <a:endParaRPr lang="en-US"/>
        </a:p>
      </dgm:t>
    </dgm:pt>
    <dgm:pt modelId="{33179E44-BA22-4478-8E14-C3E0BA0BE16D}" type="sibTrans" cxnId="{22263758-7A9F-4004-A873-8FA72560472D}">
      <dgm:prSet/>
      <dgm:spPr/>
      <dgm:t>
        <a:bodyPr/>
        <a:lstStyle/>
        <a:p>
          <a:endParaRPr lang="en-US"/>
        </a:p>
      </dgm:t>
    </dgm:pt>
    <dgm:pt modelId="{5C0C2C49-D127-4FF3-99F1-A59414A59043}">
      <dgm:prSet/>
      <dgm:spPr/>
      <dgm:t>
        <a:bodyPr/>
        <a:lstStyle/>
        <a:p>
          <a:r>
            <a:rPr lang="hu-HU"/>
            <a:t>ISP-k közötti route</a:t>
          </a:r>
          <a:endParaRPr lang="en-US"/>
        </a:p>
      </dgm:t>
    </dgm:pt>
    <dgm:pt modelId="{ACE45F10-BEF9-4449-B39A-0FA79E931543}" type="parTrans" cxnId="{A3BD855E-48C6-495C-B200-E16D87BB2E81}">
      <dgm:prSet/>
      <dgm:spPr/>
      <dgm:t>
        <a:bodyPr/>
        <a:lstStyle/>
        <a:p>
          <a:endParaRPr lang="en-US"/>
        </a:p>
      </dgm:t>
    </dgm:pt>
    <dgm:pt modelId="{4B6C77FB-6E87-415A-AFB1-5323F6299BFB}" type="sibTrans" cxnId="{A3BD855E-48C6-495C-B200-E16D87BB2E81}">
      <dgm:prSet/>
      <dgm:spPr/>
      <dgm:t>
        <a:bodyPr/>
        <a:lstStyle/>
        <a:p>
          <a:endParaRPr lang="en-US"/>
        </a:p>
      </dgm:t>
    </dgm:pt>
    <dgm:pt modelId="{8958DF7B-3C3E-489E-9EE4-64E8F907ED14}">
      <dgm:prSet/>
      <dgm:spPr/>
      <dgm:t>
        <a:bodyPr/>
        <a:lstStyle/>
        <a:p>
          <a:r>
            <a:rPr lang="hu-HU"/>
            <a:t>Dual Stack</a:t>
          </a:r>
          <a:endParaRPr lang="en-US"/>
        </a:p>
      </dgm:t>
    </dgm:pt>
    <dgm:pt modelId="{148E4AF4-503B-48FF-A34F-7166726C780C}" type="parTrans" cxnId="{DD55C54E-A570-4DF5-A78D-96E337F0299C}">
      <dgm:prSet/>
      <dgm:spPr/>
      <dgm:t>
        <a:bodyPr/>
        <a:lstStyle/>
        <a:p>
          <a:endParaRPr lang="en-US"/>
        </a:p>
      </dgm:t>
    </dgm:pt>
    <dgm:pt modelId="{6C405E5D-E1BE-4749-B45A-51B1C3F34002}" type="sibTrans" cxnId="{DD55C54E-A570-4DF5-A78D-96E337F0299C}">
      <dgm:prSet/>
      <dgm:spPr/>
      <dgm:t>
        <a:bodyPr/>
        <a:lstStyle/>
        <a:p>
          <a:endParaRPr lang="en-US"/>
        </a:p>
      </dgm:t>
    </dgm:pt>
    <dgm:pt modelId="{333DF444-ED2E-4E89-B9DE-3D71EDDA9631}" type="pres">
      <dgm:prSet presAssocID="{7AA05BC2-7ED6-4C56-8F7F-5D2758B1F465}" presName="outerComposite" presStyleCnt="0">
        <dgm:presLayoutVars>
          <dgm:chMax val="5"/>
          <dgm:dir/>
          <dgm:resizeHandles val="exact"/>
        </dgm:presLayoutVars>
      </dgm:prSet>
      <dgm:spPr/>
    </dgm:pt>
    <dgm:pt modelId="{D86999B8-525B-4DA8-9F1C-A36768E0BE6A}" type="pres">
      <dgm:prSet presAssocID="{7AA05BC2-7ED6-4C56-8F7F-5D2758B1F465}" presName="dummyMaxCanvas" presStyleCnt="0">
        <dgm:presLayoutVars/>
      </dgm:prSet>
      <dgm:spPr/>
    </dgm:pt>
    <dgm:pt modelId="{81EB2766-0C88-4CE0-84F4-61B4BEB03622}" type="pres">
      <dgm:prSet presAssocID="{7AA05BC2-7ED6-4C56-8F7F-5D2758B1F465}" presName="FiveNodes_1" presStyleLbl="node1" presStyleIdx="0" presStyleCnt="5">
        <dgm:presLayoutVars>
          <dgm:bulletEnabled val="1"/>
        </dgm:presLayoutVars>
      </dgm:prSet>
      <dgm:spPr/>
    </dgm:pt>
    <dgm:pt modelId="{ACB9D954-8935-44ED-9F3B-904AB54A815D}" type="pres">
      <dgm:prSet presAssocID="{7AA05BC2-7ED6-4C56-8F7F-5D2758B1F465}" presName="FiveNodes_2" presStyleLbl="node1" presStyleIdx="1" presStyleCnt="5">
        <dgm:presLayoutVars>
          <dgm:bulletEnabled val="1"/>
        </dgm:presLayoutVars>
      </dgm:prSet>
      <dgm:spPr/>
    </dgm:pt>
    <dgm:pt modelId="{6225B62D-FAED-41FF-8D23-2527AC5CA9EA}" type="pres">
      <dgm:prSet presAssocID="{7AA05BC2-7ED6-4C56-8F7F-5D2758B1F465}" presName="FiveNodes_3" presStyleLbl="node1" presStyleIdx="2" presStyleCnt="5">
        <dgm:presLayoutVars>
          <dgm:bulletEnabled val="1"/>
        </dgm:presLayoutVars>
      </dgm:prSet>
      <dgm:spPr/>
    </dgm:pt>
    <dgm:pt modelId="{6BBEA4B3-1CCC-4823-A26B-27FCD1E282F3}" type="pres">
      <dgm:prSet presAssocID="{7AA05BC2-7ED6-4C56-8F7F-5D2758B1F465}" presName="FiveNodes_4" presStyleLbl="node1" presStyleIdx="3" presStyleCnt="5">
        <dgm:presLayoutVars>
          <dgm:bulletEnabled val="1"/>
        </dgm:presLayoutVars>
      </dgm:prSet>
      <dgm:spPr/>
    </dgm:pt>
    <dgm:pt modelId="{A339B0A1-0A54-4F2B-8134-FAB186D00D66}" type="pres">
      <dgm:prSet presAssocID="{7AA05BC2-7ED6-4C56-8F7F-5D2758B1F465}" presName="FiveNodes_5" presStyleLbl="node1" presStyleIdx="4" presStyleCnt="5">
        <dgm:presLayoutVars>
          <dgm:bulletEnabled val="1"/>
        </dgm:presLayoutVars>
      </dgm:prSet>
      <dgm:spPr/>
    </dgm:pt>
    <dgm:pt modelId="{05947259-CE07-408E-ABE2-8A6CA7C2B437}" type="pres">
      <dgm:prSet presAssocID="{7AA05BC2-7ED6-4C56-8F7F-5D2758B1F465}" presName="FiveConn_1-2" presStyleLbl="fgAccFollowNode1" presStyleIdx="0" presStyleCnt="4">
        <dgm:presLayoutVars>
          <dgm:bulletEnabled val="1"/>
        </dgm:presLayoutVars>
      </dgm:prSet>
      <dgm:spPr/>
    </dgm:pt>
    <dgm:pt modelId="{0C6E409E-3B87-4527-BBF9-112085408C70}" type="pres">
      <dgm:prSet presAssocID="{7AA05BC2-7ED6-4C56-8F7F-5D2758B1F465}" presName="FiveConn_2-3" presStyleLbl="fgAccFollowNode1" presStyleIdx="1" presStyleCnt="4">
        <dgm:presLayoutVars>
          <dgm:bulletEnabled val="1"/>
        </dgm:presLayoutVars>
      </dgm:prSet>
      <dgm:spPr/>
    </dgm:pt>
    <dgm:pt modelId="{358D260A-F89F-4D55-BAD5-3B8B653DDEF8}" type="pres">
      <dgm:prSet presAssocID="{7AA05BC2-7ED6-4C56-8F7F-5D2758B1F465}" presName="FiveConn_3-4" presStyleLbl="fgAccFollowNode1" presStyleIdx="2" presStyleCnt="4">
        <dgm:presLayoutVars>
          <dgm:bulletEnabled val="1"/>
        </dgm:presLayoutVars>
      </dgm:prSet>
      <dgm:spPr/>
    </dgm:pt>
    <dgm:pt modelId="{53485E6D-56EF-498D-ABE7-EF9E2836528D}" type="pres">
      <dgm:prSet presAssocID="{7AA05BC2-7ED6-4C56-8F7F-5D2758B1F465}" presName="FiveConn_4-5" presStyleLbl="fgAccFollowNode1" presStyleIdx="3" presStyleCnt="4">
        <dgm:presLayoutVars>
          <dgm:bulletEnabled val="1"/>
        </dgm:presLayoutVars>
      </dgm:prSet>
      <dgm:spPr/>
    </dgm:pt>
    <dgm:pt modelId="{708BC88C-81C4-4222-B186-B9A5B76E50DD}" type="pres">
      <dgm:prSet presAssocID="{7AA05BC2-7ED6-4C56-8F7F-5D2758B1F465}" presName="FiveNodes_1_text" presStyleLbl="node1" presStyleIdx="4" presStyleCnt="5">
        <dgm:presLayoutVars>
          <dgm:bulletEnabled val="1"/>
        </dgm:presLayoutVars>
      </dgm:prSet>
      <dgm:spPr/>
    </dgm:pt>
    <dgm:pt modelId="{87E9FF72-426C-46A7-92DA-B64FA99ECD09}" type="pres">
      <dgm:prSet presAssocID="{7AA05BC2-7ED6-4C56-8F7F-5D2758B1F465}" presName="FiveNodes_2_text" presStyleLbl="node1" presStyleIdx="4" presStyleCnt="5">
        <dgm:presLayoutVars>
          <dgm:bulletEnabled val="1"/>
        </dgm:presLayoutVars>
      </dgm:prSet>
      <dgm:spPr/>
    </dgm:pt>
    <dgm:pt modelId="{7EC9A68B-FB65-4E22-A44A-373FB3273512}" type="pres">
      <dgm:prSet presAssocID="{7AA05BC2-7ED6-4C56-8F7F-5D2758B1F465}" presName="FiveNodes_3_text" presStyleLbl="node1" presStyleIdx="4" presStyleCnt="5">
        <dgm:presLayoutVars>
          <dgm:bulletEnabled val="1"/>
        </dgm:presLayoutVars>
      </dgm:prSet>
      <dgm:spPr/>
    </dgm:pt>
    <dgm:pt modelId="{41A4B136-B6D0-4552-BBE2-1661EAEE0894}" type="pres">
      <dgm:prSet presAssocID="{7AA05BC2-7ED6-4C56-8F7F-5D2758B1F465}" presName="FiveNodes_4_text" presStyleLbl="node1" presStyleIdx="4" presStyleCnt="5">
        <dgm:presLayoutVars>
          <dgm:bulletEnabled val="1"/>
        </dgm:presLayoutVars>
      </dgm:prSet>
      <dgm:spPr/>
    </dgm:pt>
    <dgm:pt modelId="{A207E5A7-D148-4BCC-85B7-A2B3A055EAF1}" type="pres">
      <dgm:prSet presAssocID="{7AA05BC2-7ED6-4C56-8F7F-5D2758B1F46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474DB04-A9E4-4C63-AFBD-509F8249E5A4}" type="presOf" srcId="{E29B5B9B-573C-4356-91C3-4E0CECE27011}" destId="{87E9FF72-426C-46A7-92DA-B64FA99ECD09}" srcOrd="1" destOrd="0" presId="urn:microsoft.com/office/officeart/2005/8/layout/vProcess5"/>
    <dgm:cxn modelId="{96B77A16-483C-471E-9F67-EA561562338E}" srcId="{7AA05BC2-7ED6-4C56-8F7F-5D2758B1F465}" destId="{E29B5B9B-573C-4356-91C3-4E0CECE27011}" srcOrd="1" destOrd="0" parTransId="{CB223382-9E27-45C0-869E-B2079252A110}" sibTransId="{0FD5D6E4-2460-4148-80D7-22408095C920}"/>
    <dgm:cxn modelId="{3AD2371B-B792-4B73-A363-FE77766938AD}" srcId="{7AA05BC2-7ED6-4C56-8F7F-5D2758B1F465}" destId="{C3C9E098-C39D-47AF-915A-8F40E99D8C6F}" srcOrd="0" destOrd="0" parTransId="{10DFF7FA-19F6-487F-BE62-CE81465054E5}" sibTransId="{C0C8BBB4-895A-4FA6-AE15-F8A201BBE217}"/>
    <dgm:cxn modelId="{D1196426-089A-4F45-AD60-570C00E49669}" type="presOf" srcId="{5C0C2C49-D127-4FF3-99F1-A59414A59043}" destId="{41A4B136-B6D0-4552-BBE2-1661EAEE0894}" srcOrd="1" destOrd="0" presId="urn:microsoft.com/office/officeart/2005/8/layout/vProcess5"/>
    <dgm:cxn modelId="{0E30EE5B-5169-4E16-993C-999C408D8C53}" type="presOf" srcId="{B5FEDFC5-4EA6-40F5-B67F-E4152FEBC57D}" destId="{6225B62D-FAED-41FF-8D23-2527AC5CA9EA}" srcOrd="0" destOrd="0" presId="urn:microsoft.com/office/officeart/2005/8/layout/vProcess5"/>
    <dgm:cxn modelId="{A3BD855E-48C6-495C-B200-E16D87BB2E81}" srcId="{7AA05BC2-7ED6-4C56-8F7F-5D2758B1F465}" destId="{5C0C2C49-D127-4FF3-99F1-A59414A59043}" srcOrd="3" destOrd="0" parTransId="{ACE45F10-BEF9-4449-B39A-0FA79E931543}" sibTransId="{4B6C77FB-6E87-415A-AFB1-5323F6299BFB}"/>
    <dgm:cxn modelId="{B9220E45-4F1F-4801-BE9F-91B755A44D38}" type="presOf" srcId="{B5FEDFC5-4EA6-40F5-B67F-E4152FEBC57D}" destId="{7EC9A68B-FB65-4E22-A44A-373FB3273512}" srcOrd="1" destOrd="0" presId="urn:microsoft.com/office/officeart/2005/8/layout/vProcess5"/>
    <dgm:cxn modelId="{B56E5468-4BE1-4972-BCD4-9391F3552B8C}" type="presOf" srcId="{33179E44-BA22-4478-8E14-C3E0BA0BE16D}" destId="{358D260A-F89F-4D55-BAD5-3B8B653DDEF8}" srcOrd="0" destOrd="0" presId="urn:microsoft.com/office/officeart/2005/8/layout/vProcess5"/>
    <dgm:cxn modelId="{DD55C54E-A570-4DF5-A78D-96E337F0299C}" srcId="{7AA05BC2-7ED6-4C56-8F7F-5D2758B1F465}" destId="{8958DF7B-3C3E-489E-9EE4-64E8F907ED14}" srcOrd="4" destOrd="0" parTransId="{148E4AF4-503B-48FF-A34F-7166726C780C}" sibTransId="{6C405E5D-E1BE-4749-B45A-51B1C3F34002}"/>
    <dgm:cxn modelId="{22263758-7A9F-4004-A873-8FA72560472D}" srcId="{7AA05BC2-7ED6-4C56-8F7F-5D2758B1F465}" destId="{B5FEDFC5-4EA6-40F5-B67F-E4152FEBC57D}" srcOrd="2" destOrd="0" parTransId="{F545CEA8-26C5-4E1C-85AB-5085E989AE04}" sibTransId="{33179E44-BA22-4478-8E14-C3E0BA0BE16D}"/>
    <dgm:cxn modelId="{34032390-DB1E-4610-B835-2864792114A2}" type="presOf" srcId="{C0C8BBB4-895A-4FA6-AE15-F8A201BBE217}" destId="{05947259-CE07-408E-ABE2-8A6CA7C2B437}" srcOrd="0" destOrd="0" presId="urn:microsoft.com/office/officeart/2005/8/layout/vProcess5"/>
    <dgm:cxn modelId="{5A8A24A5-D684-4102-8E16-D3E0AAF891D4}" type="presOf" srcId="{5C0C2C49-D127-4FF3-99F1-A59414A59043}" destId="{6BBEA4B3-1CCC-4823-A26B-27FCD1E282F3}" srcOrd="0" destOrd="0" presId="urn:microsoft.com/office/officeart/2005/8/layout/vProcess5"/>
    <dgm:cxn modelId="{0966FBAA-68E2-4381-97F5-1FA389A5A285}" type="presOf" srcId="{8958DF7B-3C3E-489E-9EE4-64E8F907ED14}" destId="{A339B0A1-0A54-4F2B-8134-FAB186D00D66}" srcOrd="0" destOrd="0" presId="urn:microsoft.com/office/officeart/2005/8/layout/vProcess5"/>
    <dgm:cxn modelId="{386A5DB9-1013-4E71-97F7-4811D1030E19}" type="presOf" srcId="{C3C9E098-C39D-47AF-915A-8F40E99D8C6F}" destId="{708BC88C-81C4-4222-B186-B9A5B76E50DD}" srcOrd="1" destOrd="0" presId="urn:microsoft.com/office/officeart/2005/8/layout/vProcess5"/>
    <dgm:cxn modelId="{8FDD42D8-124B-4C4F-846C-E2257E367A40}" type="presOf" srcId="{0FD5D6E4-2460-4148-80D7-22408095C920}" destId="{0C6E409E-3B87-4527-BBF9-112085408C70}" srcOrd="0" destOrd="0" presId="urn:microsoft.com/office/officeart/2005/8/layout/vProcess5"/>
    <dgm:cxn modelId="{1B5FCCDD-0FDC-43DA-AC7A-7ED46B1D510A}" type="presOf" srcId="{7AA05BC2-7ED6-4C56-8F7F-5D2758B1F465}" destId="{333DF444-ED2E-4E89-B9DE-3D71EDDA9631}" srcOrd="0" destOrd="0" presId="urn:microsoft.com/office/officeart/2005/8/layout/vProcess5"/>
    <dgm:cxn modelId="{EEE9DAE0-6BF0-4A78-A912-D16F82EE83F4}" type="presOf" srcId="{E29B5B9B-573C-4356-91C3-4E0CECE27011}" destId="{ACB9D954-8935-44ED-9F3B-904AB54A815D}" srcOrd="0" destOrd="0" presId="urn:microsoft.com/office/officeart/2005/8/layout/vProcess5"/>
    <dgm:cxn modelId="{DE1472EB-D0CA-474A-84F7-8C1672073505}" type="presOf" srcId="{C3C9E098-C39D-47AF-915A-8F40E99D8C6F}" destId="{81EB2766-0C88-4CE0-84F4-61B4BEB03622}" srcOrd="0" destOrd="0" presId="urn:microsoft.com/office/officeart/2005/8/layout/vProcess5"/>
    <dgm:cxn modelId="{887271ED-033A-47CA-9F19-FCE2DB733AFF}" type="presOf" srcId="{8958DF7B-3C3E-489E-9EE4-64E8F907ED14}" destId="{A207E5A7-D148-4BCC-85B7-A2B3A055EAF1}" srcOrd="1" destOrd="0" presId="urn:microsoft.com/office/officeart/2005/8/layout/vProcess5"/>
    <dgm:cxn modelId="{854C32EF-D5EC-4674-B4C9-B453B1132A60}" type="presOf" srcId="{4B6C77FB-6E87-415A-AFB1-5323F6299BFB}" destId="{53485E6D-56EF-498D-ABE7-EF9E2836528D}" srcOrd="0" destOrd="0" presId="urn:microsoft.com/office/officeart/2005/8/layout/vProcess5"/>
    <dgm:cxn modelId="{64E345E9-0443-4723-8A57-41707C4DA6F6}" type="presParOf" srcId="{333DF444-ED2E-4E89-B9DE-3D71EDDA9631}" destId="{D86999B8-525B-4DA8-9F1C-A36768E0BE6A}" srcOrd="0" destOrd="0" presId="urn:microsoft.com/office/officeart/2005/8/layout/vProcess5"/>
    <dgm:cxn modelId="{2D4C85B1-4479-4829-A4E8-F68C8CF8BB33}" type="presParOf" srcId="{333DF444-ED2E-4E89-B9DE-3D71EDDA9631}" destId="{81EB2766-0C88-4CE0-84F4-61B4BEB03622}" srcOrd="1" destOrd="0" presId="urn:microsoft.com/office/officeart/2005/8/layout/vProcess5"/>
    <dgm:cxn modelId="{5849E8BA-11E1-48FD-B9A9-7ECECE24AAFE}" type="presParOf" srcId="{333DF444-ED2E-4E89-B9DE-3D71EDDA9631}" destId="{ACB9D954-8935-44ED-9F3B-904AB54A815D}" srcOrd="2" destOrd="0" presId="urn:microsoft.com/office/officeart/2005/8/layout/vProcess5"/>
    <dgm:cxn modelId="{447C3F80-E219-4464-8EF1-C2FBD63B89D6}" type="presParOf" srcId="{333DF444-ED2E-4E89-B9DE-3D71EDDA9631}" destId="{6225B62D-FAED-41FF-8D23-2527AC5CA9EA}" srcOrd="3" destOrd="0" presId="urn:microsoft.com/office/officeart/2005/8/layout/vProcess5"/>
    <dgm:cxn modelId="{5EA96E45-C2D7-4A85-86CF-F286DFDAA3DE}" type="presParOf" srcId="{333DF444-ED2E-4E89-B9DE-3D71EDDA9631}" destId="{6BBEA4B3-1CCC-4823-A26B-27FCD1E282F3}" srcOrd="4" destOrd="0" presId="urn:microsoft.com/office/officeart/2005/8/layout/vProcess5"/>
    <dgm:cxn modelId="{1F5D66F9-E15F-4F32-80BC-4F556E59B815}" type="presParOf" srcId="{333DF444-ED2E-4E89-B9DE-3D71EDDA9631}" destId="{A339B0A1-0A54-4F2B-8134-FAB186D00D66}" srcOrd="5" destOrd="0" presId="urn:microsoft.com/office/officeart/2005/8/layout/vProcess5"/>
    <dgm:cxn modelId="{0AF42D9A-9686-4970-B3D0-5E810406B4D3}" type="presParOf" srcId="{333DF444-ED2E-4E89-B9DE-3D71EDDA9631}" destId="{05947259-CE07-408E-ABE2-8A6CA7C2B437}" srcOrd="6" destOrd="0" presId="urn:microsoft.com/office/officeart/2005/8/layout/vProcess5"/>
    <dgm:cxn modelId="{7FE09135-3F57-42FE-B2DD-7DDA2830E57E}" type="presParOf" srcId="{333DF444-ED2E-4E89-B9DE-3D71EDDA9631}" destId="{0C6E409E-3B87-4527-BBF9-112085408C70}" srcOrd="7" destOrd="0" presId="urn:microsoft.com/office/officeart/2005/8/layout/vProcess5"/>
    <dgm:cxn modelId="{B01A4607-6B3F-4C34-9E5D-E878E56926E4}" type="presParOf" srcId="{333DF444-ED2E-4E89-B9DE-3D71EDDA9631}" destId="{358D260A-F89F-4D55-BAD5-3B8B653DDEF8}" srcOrd="8" destOrd="0" presId="urn:microsoft.com/office/officeart/2005/8/layout/vProcess5"/>
    <dgm:cxn modelId="{92797D98-0294-4EEA-9024-9B09FFD10696}" type="presParOf" srcId="{333DF444-ED2E-4E89-B9DE-3D71EDDA9631}" destId="{53485E6D-56EF-498D-ABE7-EF9E2836528D}" srcOrd="9" destOrd="0" presId="urn:microsoft.com/office/officeart/2005/8/layout/vProcess5"/>
    <dgm:cxn modelId="{A0B3B6B6-E882-4655-8BF6-72D0922AC256}" type="presParOf" srcId="{333DF444-ED2E-4E89-B9DE-3D71EDDA9631}" destId="{708BC88C-81C4-4222-B186-B9A5B76E50DD}" srcOrd="10" destOrd="0" presId="urn:microsoft.com/office/officeart/2005/8/layout/vProcess5"/>
    <dgm:cxn modelId="{5A55B98A-1BF4-44E2-B88E-F9F7C0680570}" type="presParOf" srcId="{333DF444-ED2E-4E89-B9DE-3D71EDDA9631}" destId="{87E9FF72-426C-46A7-92DA-B64FA99ECD09}" srcOrd="11" destOrd="0" presId="urn:microsoft.com/office/officeart/2005/8/layout/vProcess5"/>
    <dgm:cxn modelId="{25753CBE-2DC4-442E-BAEF-2109F20F277A}" type="presParOf" srcId="{333DF444-ED2E-4E89-B9DE-3D71EDDA9631}" destId="{7EC9A68B-FB65-4E22-A44A-373FB3273512}" srcOrd="12" destOrd="0" presId="urn:microsoft.com/office/officeart/2005/8/layout/vProcess5"/>
    <dgm:cxn modelId="{5F2427B7-6AFC-4F0A-96A8-6736792A5FBF}" type="presParOf" srcId="{333DF444-ED2E-4E89-B9DE-3D71EDDA9631}" destId="{41A4B136-B6D0-4552-BBE2-1661EAEE0894}" srcOrd="13" destOrd="0" presId="urn:microsoft.com/office/officeart/2005/8/layout/vProcess5"/>
    <dgm:cxn modelId="{44574557-022E-4E3E-B9C0-D87150B585B4}" type="presParOf" srcId="{333DF444-ED2E-4E89-B9DE-3D71EDDA9631}" destId="{A207E5A7-D148-4BCC-85B7-A2B3A055EAF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844CBB-4E74-443A-AF39-A0B2BAFA1D1C}">
      <dsp:nvSpPr>
        <dsp:cNvPr id="0" name=""/>
        <dsp:cNvSpPr/>
      </dsp:nvSpPr>
      <dsp:spPr>
        <a:xfrm>
          <a:off x="0" y="662100"/>
          <a:ext cx="2786062" cy="176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56A276-D4C3-4960-BF93-C425A3A304AE}">
      <dsp:nvSpPr>
        <dsp:cNvPr id="0" name=""/>
        <dsp:cNvSpPr/>
      </dsp:nvSpPr>
      <dsp:spPr>
        <a:xfrm>
          <a:off x="309562" y="956185"/>
          <a:ext cx="2786062" cy="1769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A csapat tagjai CCNA 1-3 tanúsítványokkal rendelkeznek</a:t>
          </a:r>
          <a:endParaRPr lang="en-US" sz="2100" kern="1200"/>
        </a:p>
      </dsp:txBody>
      <dsp:txXfrm>
        <a:off x="361379" y="1008002"/>
        <a:ext cx="2682428" cy="1665515"/>
      </dsp:txXfrm>
    </dsp:sp>
    <dsp:sp modelId="{CD5F188B-B41F-4D47-B15E-B7012D58ECD8}">
      <dsp:nvSpPr>
        <dsp:cNvPr id="0" name=""/>
        <dsp:cNvSpPr/>
      </dsp:nvSpPr>
      <dsp:spPr>
        <a:xfrm>
          <a:off x="3405187" y="662100"/>
          <a:ext cx="2786062" cy="176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4A2BC7-E407-40D8-8667-5CC55829446C}">
      <dsp:nvSpPr>
        <dsp:cNvPr id="0" name=""/>
        <dsp:cNvSpPr/>
      </dsp:nvSpPr>
      <dsp:spPr>
        <a:xfrm>
          <a:off x="3714749" y="956185"/>
          <a:ext cx="2786062" cy="1769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Három fős informatikai csapat</a:t>
          </a:r>
          <a:endParaRPr lang="en-US" sz="2100" kern="1200"/>
        </a:p>
      </dsp:txBody>
      <dsp:txXfrm>
        <a:off x="3766566" y="1008002"/>
        <a:ext cx="2682428" cy="1665515"/>
      </dsp:txXfrm>
    </dsp:sp>
    <dsp:sp modelId="{A81B4CFC-87C0-4322-A894-B8E54121875C}">
      <dsp:nvSpPr>
        <dsp:cNvPr id="0" name=""/>
        <dsp:cNvSpPr/>
      </dsp:nvSpPr>
      <dsp:spPr>
        <a:xfrm>
          <a:off x="6810375" y="662100"/>
          <a:ext cx="2786062" cy="17691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94A59-ABB3-4018-93BF-FA68CB6316BC}">
      <dsp:nvSpPr>
        <dsp:cNvPr id="0" name=""/>
        <dsp:cNvSpPr/>
      </dsp:nvSpPr>
      <dsp:spPr>
        <a:xfrm>
          <a:off x="7119937" y="956185"/>
          <a:ext cx="2786062" cy="17691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100" kern="1200"/>
            <a:t>Hálózati infrastruktúrák tervezésével és megvalósításával foglalkozunk.</a:t>
          </a:r>
          <a:endParaRPr lang="en-US" sz="2100" kern="1200"/>
        </a:p>
      </dsp:txBody>
      <dsp:txXfrm>
        <a:off x="7171754" y="1008002"/>
        <a:ext cx="2682428" cy="16655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DDE63-3749-4692-9F7B-975B21B65ABE}">
      <dsp:nvSpPr>
        <dsp:cNvPr id="0" name=""/>
        <dsp:cNvSpPr/>
      </dsp:nvSpPr>
      <dsp:spPr>
        <a:xfrm>
          <a:off x="0" y="2248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E63AE40-FC9F-4922-8415-EB5FAF83AB29}">
      <dsp:nvSpPr>
        <dsp:cNvPr id="0" name=""/>
        <dsp:cNvSpPr/>
      </dsp:nvSpPr>
      <dsp:spPr>
        <a:xfrm>
          <a:off x="0" y="2248"/>
          <a:ext cx="6046132" cy="1533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A Thermofischer Scientific megbízására három telephely teljes informatikai infrastruktújának megtervezése, kiépítése, bekonfigurálása</a:t>
          </a:r>
          <a:endParaRPr lang="en-US" sz="2400" kern="1200"/>
        </a:p>
      </dsp:txBody>
      <dsp:txXfrm>
        <a:off x="0" y="2248"/>
        <a:ext cx="6046132" cy="1533789"/>
      </dsp:txXfrm>
    </dsp:sp>
    <dsp:sp modelId="{4E4720D8-0EC5-42CD-AE4D-14E332955D99}">
      <dsp:nvSpPr>
        <dsp:cNvPr id="0" name=""/>
        <dsp:cNvSpPr/>
      </dsp:nvSpPr>
      <dsp:spPr>
        <a:xfrm>
          <a:off x="0" y="1536038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-337983"/>
                <a:satOff val="-9047"/>
                <a:lumOff val="-3139"/>
                <a:alphaOff val="0"/>
                <a:tint val="96000"/>
                <a:lumMod val="104000"/>
              </a:schemeClr>
            </a:gs>
            <a:gs pos="100000">
              <a:schemeClr val="accent5">
                <a:hueOff val="-337983"/>
                <a:satOff val="-9047"/>
                <a:lumOff val="-3139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337983"/>
              <a:satOff val="-9047"/>
              <a:lumOff val="-3139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788EBE-9727-4DC7-BC9D-E227D5F61543}">
      <dsp:nvSpPr>
        <dsp:cNvPr id="0" name=""/>
        <dsp:cNvSpPr/>
      </dsp:nvSpPr>
      <dsp:spPr>
        <a:xfrm>
          <a:off x="0" y="1536038"/>
          <a:ext cx="6046132" cy="1533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A három telephelyen a legmodernebb technológiák alkalmazása</a:t>
          </a:r>
          <a:endParaRPr lang="en-US" sz="2400" kern="1200"/>
        </a:p>
      </dsp:txBody>
      <dsp:txXfrm>
        <a:off x="0" y="1536038"/>
        <a:ext cx="6046132" cy="1533789"/>
      </dsp:txXfrm>
    </dsp:sp>
    <dsp:sp modelId="{48B72DEB-884A-4C5F-A23E-790A7702390D}">
      <dsp:nvSpPr>
        <dsp:cNvPr id="0" name=""/>
        <dsp:cNvSpPr/>
      </dsp:nvSpPr>
      <dsp:spPr>
        <a:xfrm>
          <a:off x="0" y="3069827"/>
          <a:ext cx="6046132" cy="0"/>
        </a:xfrm>
        <a:prstGeom prst="line">
          <a:avLst/>
        </a:prstGeom>
        <a:gradFill rotWithShape="0">
          <a:gsLst>
            <a:gs pos="0">
              <a:schemeClr val="accent5">
                <a:hueOff val="-675965"/>
                <a:satOff val="-18095"/>
                <a:lumOff val="-6277"/>
                <a:alphaOff val="0"/>
                <a:tint val="96000"/>
                <a:lumMod val="104000"/>
              </a:schemeClr>
            </a:gs>
            <a:gs pos="100000">
              <a:schemeClr val="accent5">
                <a:hueOff val="-675965"/>
                <a:satOff val="-18095"/>
                <a:lumOff val="-6277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-675965"/>
              <a:satOff val="-18095"/>
              <a:lumOff val="-6277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C18331-50AE-4A03-AF38-D815B9B60821}">
      <dsp:nvSpPr>
        <dsp:cNvPr id="0" name=""/>
        <dsp:cNvSpPr/>
      </dsp:nvSpPr>
      <dsp:spPr>
        <a:xfrm>
          <a:off x="0" y="3069827"/>
          <a:ext cx="6046132" cy="1533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400" kern="1200"/>
            <a:t>A központ, mintavételi labor, valamint a Fejlesztési és Innovációs központ közötti biztonságos adatátvitel</a:t>
          </a:r>
          <a:endParaRPr lang="en-US" sz="2400" kern="1200"/>
        </a:p>
      </dsp:txBody>
      <dsp:txXfrm>
        <a:off x="0" y="3069827"/>
        <a:ext cx="6046132" cy="15337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F7AC24-5568-42FD-B73B-06FFD26DBD3C}">
      <dsp:nvSpPr>
        <dsp:cNvPr id="0" name=""/>
        <dsp:cNvSpPr/>
      </dsp:nvSpPr>
      <dsp:spPr>
        <a:xfrm>
          <a:off x="1650451" y="5606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Használt technológiák:</a:t>
          </a:r>
          <a:endParaRPr lang="en-US" sz="1200" kern="1200"/>
        </a:p>
      </dsp:txBody>
      <dsp:txXfrm>
        <a:off x="1663681" y="18836"/>
        <a:ext cx="1128247" cy="425259"/>
      </dsp:txXfrm>
    </dsp:sp>
    <dsp:sp modelId="{5F27AFF7-184B-4B50-9769-56EBA04CD1A7}">
      <dsp:nvSpPr>
        <dsp:cNvPr id="0" name=""/>
        <dsp:cNvSpPr/>
      </dsp:nvSpPr>
      <dsp:spPr>
        <a:xfrm rot="5400000">
          <a:off x="2143108" y="468618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485557"/>
        <a:ext cx="121963" cy="118576"/>
      </dsp:txXfrm>
    </dsp:sp>
    <dsp:sp modelId="{96F72CD2-58C7-4527-ABC1-4BEB676AA4FB}">
      <dsp:nvSpPr>
        <dsp:cNvPr id="0" name=""/>
        <dsp:cNvSpPr/>
      </dsp:nvSpPr>
      <dsp:spPr>
        <a:xfrm>
          <a:off x="1650451" y="683185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HSRP</a:t>
          </a:r>
          <a:endParaRPr lang="en-US" sz="1200" kern="1200"/>
        </a:p>
      </dsp:txBody>
      <dsp:txXfrm>
        <a:off x="1663681" y="696415"/>
        <a:ext cx="1128247" cy="425259"/>
      </dsp:txXfrm>
    </dsp:sp>
    <dsp:sp modelId="{7D937DDB-0B10-41D6-8801-4910CD8F23BF}">
      <dsp:nvSpPr>
        <dsp:cNvPr id="0" name=""/>
        <dsp:cNvSpPr/>
      </dsp:nvSpPr>
      <dsp:spPr>
        <a:xfrm rot="5400000">
          <a:off x="2143108" y="1146197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1163136"/>
        <a:ext cx="121963" cy="118576"/>
      </dsp:txXfrm>
    </dsp:sp>
    <dsp:sp modelId="{3A790245-7259-4F39-A37E-8E2D3EA96D3B}">
      <dsp:nvSpPr>
        <dsp:cNvPr id="0" name=""/>
        <dsp:cNvSpPr/>
      </dsp:nvSpPr>
      <dsp:spPr>
        <a:xfrm>
          <a:off x="1650451" y="1360764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EtherChannel</a:t>
          </a:r>
          <a:endParaRPr lang="en-US" sz="1200" kern="1200"/>
        </a:p>
      </dsp:txBody>
      <dsp:txXfrm>
        <a:off x="1663681" y="1373994"/>
        <a:ext cx="1128247" cy="425259"/>
      </dsp:txXfrm>
    </dsp:sp>
    <dsp:sp modelId="{21C37E60-E27C-4879-A368-F8B0E802BC57}">
      <dsp:nvSpPr>
        <dsp:cNvPr id="0" name=""/>
        <dsp:cNvSpPr/>
      </dsp:nvSpPr>
      <dsp:spPr>
        <a:xfrm rot="5400000">
          <a:off x="2143108" y="1823776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1840715"/>
        <a:ext cx="121963" cy="118576"/>
      </dsp:txXfrm>
    </dsp:sp>
    <dsp:sp modelId="{98BB2592-F783-4A70-B38A-E92CC2A8C72C}">
      <dsp:nvSpPr>
        <dsp:cNvPr id="0" name=""/>
        <dsp:cNvSpPr/>
      </dsp:nvSpPr>
      <dsp:spPr>
        <a:xfrm>
          <a:off x="1650451" y="2038343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WLC WIFI</a:t>
          </a:r>
          <a:endParaRPr lang="en-US" sz="1200" kern="1200"/>
        </a:p>
      </dsp:txBody>
      <dsp:txXfrm>
        <a:off x="1663681" y="2051573"/>
        <a:ext cx="1128247" cy="425259"/>
      </dsp:txXfrm>
    </dsp:sp>
    <dsp:sp modelId="{33A1E8BB-CEEF-48F7-9A18-3A6D5E310B7E}">
      <dsp:nvSpPr>
        <dsp:cNvPr id="0" name=""/>
        <dsp:cNvSpPr/>
      </dsp:nvSpPr>
      <dsp:spPr>
        <a:xfrm rot="5400000">
          <a:off x="2143108" y="2501355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2518294"/>
        <a:ext cx="121963" cy="118576"/>
      </dsp:txXfrm>
    </dsp:sp>
    <dsp:sp modelId="{B4BCEA0C-0A96-41F7-82E0-9E9B2E9DEDF0}">
      <dsp:nvSpPr>
        <dsp:cNvPr id="0" name=""/>
        <dsp:cNvSpPr/>
      </dsp:nvSpPr>
      <dsp:spPr>
        <a:xfrm>
          <a:off x="1650451" y="2715922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ASA tűzfal</a:t>
          </a:r>
          <a:endParaRPr lang="en-US" sz="1200" kern="1200"/>
        </a:p>
      </dsp:txBody>
      <dsp:txXfrm>
        <a:off x="1663681" y="2729152"/>
        <a:ext cx="1128247" cy="425259"/>
      </dsp:txXfrm>
    </dsp:sp>
    <dsp:sp modelId="{2A0A9006-BEB0-4F2E-9B1F-7957FEF34804}">
      <dsp:nvSpPr>
        <dsp:cNvPr id="0" name=""/>
        <dsp:cNvSpPr/>
      </dsp:nvSpPr>
      <dsp:spPr>
        <a:xfrm rot="5400000">
          <a:off x="2143108" y="3178934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3195873"/>
        <a:ext cx="121963" cy="118576"/>
      </dsp:txXfrm>
    </dsp:sp>
    <dsp:sp modelId="{E55C635F-A14E-4D45-85F3-6ED110873466}">
      <dsp:nvSpPr>
        <dsp:cNvPr id="0" name=""/>
        <dsp:cNvSpPr/>
      </dsp:nvSpPr>
      <dsp:spPr>
        <a:xfrm>
          <a:off x="1650451" y="3393501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ACL</a:t>
          </a:r>
          <a:endParaRPr lang="en-US" sz="1200" kern="1200"/>
        </a:p>
      </dsp:txBody>
      <dsp:txXfrm>
        <a:off x="1663681" y="3406731"/>
        <a:ext cx="1128247" cy="425259"/>
      </dsp:txXfrm>
    </dsp:sp>
    <dsp:sp modelId="{21036243-494F-4568-AC05-97C925B9181E}">
      <dsp:nvSpPr>
        <dsp:cNvPr id="0" name=""/>
        <dsp:cNvSpPr/>
      </dsp:nvSpPr>
      <dsp:spPr>
        <a:xfrm rot="5400000">
          <a:off x="2143108" y="3856513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3873452"/>
        <a:ext cx="121963" cy="118576"/>
      </dsp:txXfrm>
    </dsp:sp>
    <dsp:sp modelId="{68977DD8-5B0E-4FCA-979A-136ADE5F2B23}">
      <dsp:nvSpPr>
        <dsp:cNvPr id="0" name=""/>
        <dsp:cNvSpPr/>
      </dsp:nvSpPr>
      <dsp:spPr>
        <a:xfrm>
          <a:off x="1650451" y="4071080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DHCP</a:t>
          </a:r>
          <a:endParaRPr lang="en-US" sz="1200" kern="1200"/>
        </a:p>
      </dsp:txBody>
      <dsp:txXfrm>
        <a:off x="1663681" y="4084310"/>
        <a:ext cx="1128247" cy="425259"/>
      </dsp:txXfrm>
    </dsp:sp>
    <dsp:sp modelId="{EED82A41-9F2F-4DD3-BE4D-F78112D20C5A}">
      <dsp:nvSpPr>
        <dsp:cNvPr id="0" name=""/>
        <dsp:cNvSpPr/>
      </dsp:nvSpPr>
      <dsp:spPr>
        <a:xfrm rot="5400000">
          <a:off x="2143108" y="4534092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4551031"/>
        <a:ext cx="121963" cy="118576"/>
      </dsp:txXfrm>
    </dsp:sp>
    <dsp:sp modelId="{43CB17B8-D65A-49F1-B76E-3D9EC861B122}">
      <dsp:nvSpPr>
        <dsp:cNvPr id="0" name=""/>
        <dsp:cNvSpPr/>
      </dsp:nvSpPr>
      <dsp:spPr>
        <a:xfrm>
          <a:off x="1650451" y="4748659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Statikus NAT</a:t>
          </a:r>
          <a:endParaRPr lang="en-US" sz="1200" kern="1200"/>
        </a:p>
      </dsp:txBody>
      <dsp:txXfrm>
        <a:off x="1663681" y="4761889"/>
        <a:ext cx="1128247" cy="425259"/>
      </dsp:txXfrm>
    </dsp:sp>
    <dsp:sp modelId="{CCFD9D5D-4D6C-4969-A48E-1676FE8E8008}">
      <dsp:nvSpPr>
        <dsp:cNvPr id="0" name=""/>
        <dsp:cNvSpPr/>
      </dsp:nvSpPr>
      <dsp:spPr>
        <a:xfrm rot="5400000">
          <a:off x="2143108" y="5211671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5228610"/>
        <a:ext cx="121963" cy="118576"/>
      </dsp:txXfrm>
    </dsp:sp>
    <dsp:sp modelId="{F44F8EF3-604E-45B2-B230-B5CDB4F1CE62}">
      <dsp:nvSpPr>
        <dsp:cNvPr id="0" name=""/>
        <dsp:cNvSpPr/>
      </dsp:nvSpPr>
      <dsp:spPr>
        <a:xfrm>
          <a:off x="1650451" y="5426238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VPN</a:t>
          </a:r>
          <a:endParaRPr lang="en-US" sz="1200" kern="1200"/>
        </a:p>
      </dsp:txBody>
      <dsp:txXfrm>
        <a:off x="1663681" y="5439468"/>
        <a:ext cx="1128247" cy="425259"/>
      </dsp:txXfrm>
    </dsp:sp>
    <dsp:sp modelId="{4FDC0F95-C4AC-4B85-89A7-8C9599EA086A}">
      <dsp:nvSpPr>
        <dsp:cNvPr id="0" name=""/>
        <dsp:cNvSpPr/>
      </dsp:nvSpPr>
      <dsp:spPr>
        <a:xfrm rot="5400000">
          <a:off x="2143108" y="5889250"/>
          <a:ext cx="169394" cy="20327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 rot="-5400000">
        <a:off x="2166824" y="5906189"/>
        <a:ext cx="121963" cy="118576"/>
      </dsp:txXfrm>
    </dsp:sp>
    <dsp:sp modelId="{7FC6792F-31EF-478F-AEF1-2BD0CA2ADFE5}">
      <dsp:nvSpPr>
        <dsp:cNvPr id="0" name=""/>
        <dsp:cNvSpPr/>
      </dsp:nvSpPr>
      <dsp:spPr>
        <a:xfrm>
          <a:off x="1650451" y="6103817"/>
          <a:ext cx="1154707" cy="45171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1200" kern="1200"/>
            <a:t>Vlanok</a:t>
          </a:r>
          <a:endParaRPr lang="en-US" sz="1200" kern="1200"/>
        </a:p>
      </dsp:txBody>
      <dsp:txXfrm>
        <a:off x="1663681" y="6117047"/>
        <a:ext cx="1128247" cy="42525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EB2766-0C88-4CE0-84F4-61B4BEB03622}">
      <dsp:nvSpPr>
        <dsp:cNvPr id="0" name=""/>
        <dsp:cNvSpPr/>
      </dsp:nvSpPr>
      <dsp:spPr>
        <a:xfrm>
          <a:off x="0" y="0"/>
          <a:ext cx="7627620" cy="60973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600" kern="1200"/>
            <a:t>ASA parancsok hiánya Packet Tracerben</a:t>
          </a:r>
          <a:endParaRPr lang="en-US" sz="2600" kern="1200"/>
        </a:p>
      </dsp:txBody>
      <dsp:txXfrm>
        <a:off x="17859" y="17859"/>
        <a:ext cx="6898324" cy="574020"/>
      </dsp:txXfrm>
    </dsp:sp>
    <dsp:sp modelId="{ACB9D954-8935-44ED-9F3B-904AB54A815D}">
      <dsp:nvSpPr>
        <dsp:cNvPr id="0" name=""/>
        <dsp:cNvSpPr/>
      </dsp:nvSpPr>
      <dsp:spPr>
        <a:xfrm>
          <a:off x="569595" y="694424"/>
          <a:ext cx="7627620" cy="609738"/>
        </a:xfrm>
        <a:prstGeom prst="roundRect">
          <a:avLst>
            <a:gd name="adj" fmla="val 10000"/>
          </a:avLst>
        </a:prstGeom>
        <a:solidFill>
          <a:schemeClr val="accent5">
            <a:hueOff val="-168991"/>
            <a:satOff val="-4524"/>
            <a:lumOff val="-1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600" kern="1200"/>
            <a:t>VPN megvalósítása ASA-ban</a:t>
          </a:r>
          <a:endParaRPr lang="en-US" sz="2600" kern="1200"/>
        </a:p>
      </dsp:txBody>
      <dsp:txXfrm>
        <a:off x="587454" y="712283"/>
        <a:ext cx="6625976" cy="574020"/>
      </dsp:txXfrm>
    </dsp:sp>
    <dsp:sp modelId="{6225B62D-FAED-41FF-8D23-2527AC5CA9EA}">
      <dsp:nvSpPr>
        <dsp:cNvPr id="0" name=""/>
        <dsp:cNvSpPr/>
      </dsp:nvSpPr>
      <dsp:spPr>
        <a:xfrm>
          <a:off x="1139189" y="1388848"/>
          <a:ext cx="7627620" cy="609738"/>
        </a:xfrm>
        <a:prstGeom prst="roundRect">
          <a:avLst>
            <a:gd name="adj" fmla="val 10000"/>
          </a:avLst>
        </a:prstGeom>
        <a:solidFill>
          <a:schemeClr val="accent5">
            <a:hueOff val="-337983"/>
            <a:satOff val="-9047"/>
            <a:lumOff val="-313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600" kern="1200"/>
            <a:t>Netmiko kód megírása</a:t>
          </a:r>
          <a:endParaRPr lang="en-US" sz="2600" kern="1200"/>
        </a:p>
      </dsp:txBody>
      <dsp:txXfrm>
        <a:off x="1157048" y="1406707"/>
        <a:ext cx="6625976" cy="574020"/>
      </dsp:txXfrm>
    </dsp:sp>
    <dsp:sp modelId="{6BBEA4B3-1CCC-4823-A26B-27FCD1E282F3}">
      <dsp:nvSpPr>
        <dsp:cNvPr id="0" name=""/>
        <dsp:cNvSpPr/>
      </dsp:nvSpPr>
      <dsp:spPr>
        <a:xfrm>
          <a:off x="1708784" y="2083273"/>
          <a:ext cx="7627620" cy="609738"/>
        </a:xfrm>
        <a:prstGeom prst="roundRect">
          <a:avLst>
            <a:gd name="adj" fmla="val 10000"/>
          </a:avLst>
        </a:prstGeom>
        <a:solidFill>
          <a:schemeClr val="accent5">
            <a:hueOff val="-506974"/>
            <a:satOff val="-13571"/>
            <a:lumOff val="-470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600" kern="1200"/>
            <a:t>ISP-k közötti route</a:t>
          </a:r>
          <a:endParaRPr lang="en-US" sz="2600" kern="1200"/>
        </a:p>
      </dsp:txBody>
      <dsp:txXfrm>
        <a:off x="1726643" y="2101132"/>
        <a:ext cx="6625976" cy="574020"/>
      </dsp:txXfrm>
    </dsp:sp>
    <dsp:sp modelId="{A339B0A1-0A54-4F2B-8134-FAB186D00D66}">
      <dsp:nvSpPr>
        <dsp:cNvPr id="0" name=""/>
        <dsp:cNvSpPr/>
      </dsp:nvSpPr>
      <dsp:spPr>
        <a:xfrm>
          <a:off x="2278379" y="2777697"/>
          <a:ext cx="7627620" cy="609738"/>
        </a:xfrm>
        <a:prstGeom prst="roundRect">
          <a:avLst>
            <a:gd name="adj" fmla="val 10000"/>
          </a:avLst>
        </a:prstGeom>
        <a:solidFill>
          <a:schemeClr val="accent5">
            <a:hueOff val="-675965"/>
            <a:satOff val="-18095"/>
            <a:lumOff val="-627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600" kern="1200"/>
            <a:t>Dual Stack</a:t>
          </a:r>
          <a:endParaRPr lang="en-US" sz="2600" kern="1200"/>
        </a:p>
      </dsp:txBody>
      <dsp:txXfrm>
        <a:off x="2296238" y="2795556"/>
        <a:ext cx="6625976" cy="574020"/>
      </dsp:txXfrm>
    </dsp:sp>
    <dsp:sp modelId="{05947259-CE07-408E-ABE2-8A6CA7C2B437}">
      <dsp:nvSpPr>
        <dsp:cNvPr id="0" name=""/>
        <dsp:cNvSpPr/>
      </dsp:nvSpPr>
      <dsp:spPr>
        <a:xfrm>
          <a:off x="7231289" y="445447"/>
          <a:ext cx="396330" cy="3963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320463" y="445447"/>
        <a:ext cx="217982" cy="298238"/>
      </dsp:txXfrm>
    </dsp:sp>
    <dsp:sp modelId="{0C6E409E-3B87-4527-BBF9-112085408C70}">
      <dsp:nvSpPr>
        <dsp:cNvPr id="0" name=""/>
        <dsp:cNvSpPr/>
      </dsp:nvSpPr>
      <dsp:spPr>
        <a:xfrm>
          <a:off x="7800884" y="1139872"/>
          <a:ext cx="396330" cy="3963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227496"/>
            <a:satOff val="-7689"/>
            <a:lumOff val="-630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890058" y="1139872"/>
        <a:ext cx="217982" cy="298238"/>
      </dsp:txXfrm>
    </dsp:sp>
    <dsp:sp modelId="{358D260A-F89F-4D55-BAD5-3B8B653DDEF8}">
      <dsp:nvSpPr>
        <dsp:cNvPr id="0" name=""/>
        <dsp:cNvSpPr/>
      </dsp:nvSpPr>
      <dsp:spPr>
        <a:xfrm>
          <a:off x="8370479" y="1824134"/>
          <a:ext cx="396330" cy="3963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454992"/>
            <a:satOff val="-15377"/>
            <a:lumOff val="-1261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8459653" y="1824134"/>
        <a:ext cx="217982" cy="298238"/>
      </dsp:txXfrm>
    </dsp:sp>
    <dsp:sp modelId="{53485E6D-56EF-498D-ABE7-EF9E2836528D}">
      <dsp:nvSpPr>
        <dsp:cNvPr id="0" name=""/>
        <dsp:cNvSpPr/>
      </dsp:nvSpPr>
      <dsp:spPr>
        <a:xfrm>
          <a:off x="8940074" y="2525333"/>
          <a:ext cx="396330" cy="39633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682488"/>
            <a:satOff val="-23066"/>
            <a:lumOff val="-1891"/>
            <a:alphaOff val="0"/>
          </a:schemeClr>
        </a:solidFill>
        <a:ln w="19050" cap="rnd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9029248" y="2525333"/>
        <a:ext cx="217982" cy="2982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39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97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21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421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2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004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720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381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922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16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632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399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061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288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083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10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33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</a:t>
            </a:r>
          </a:p>
          <a:p>
            <a:pPr lvl="6"/>
            <a:r>
              <a:rPr lang="en-US"/>
              <a:t>Seven</a:t>
            </a:r>
          </a:p>
          <a:p>
            <a:pPr lvl="7"/>
            <a:r>
              <a:rPr lang="en-US"/>
              <a:t>Eight</a:t>
            </a:r>
          </a:p>
          <a:p>
            <a:pPr lvl="8"/>
            <a:r>
              <a:rPr lang="en-US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403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BCA2EB72-13DC-4DC6-B461-3B036C55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7" y="643467"/>
            <a:ext cx="10905066" cy="5571066"/>
          </a:xfrm>
          <a:prstGeom prst="roundRect">
            <a:avLst>
              <a:gd name="adj" fmla="val 2627"/>
            </a:avLst>
          </a:prstGeom>
          <a:solidFill>
            <a:schemeClr val="bg2">
              <a:lumMod val="75000"/>
            </a:schemeClr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141413" y="965199"/>
            <a:ext cx="6075552" cy="4918075"/>
          </a:xfrm>
        </p:spPr>
        <p:txBody>
          <a:bodyPr anchor="ctr">
            <a:normAutofit/>
          </a:bodyPr>
          <a:lstStyle/>
          <a:p>
            <a:pPr algn="r"/>
            <a:r>
              <a:rPr lang="hu-HU" sz="5400"/>
              <a:t>Kutatóbázis Projekt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7891121" y="965199"/>
            <a:ext cx="2950765" cy="49180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hu-HU"/>
              <a:t>Készítette: Gúti Bálint, Follárdt Áron, György Gergő</a:t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C8F75BF3-096E-451E-A222-96A7F0946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8699" y="2011680"/>
            <a:ext cx="0" cy="28346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C1D8059-9296-9D20-C380-5978FBB52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hu-HU"/>
              <a:t>Rólunk (</a:t>
            </a:r>
            <a:r>
              <a:rPr lang="hu-HU">
                <a:latin typeface="Aptos"/>
              </a:rPr>
              <a:t>Ping of BÁG)</a:t>
            </a:r>
            <a:endParaRPr lang="hu-HU"/>
          </a:p>
        </p:txBody>
      </p:sp>
      <p:graphicFrame>
        <p:nvGraphicFramePr>
          <p:cNvPr id="15" name="Tartalom helye 2">
            <a:extLst>
              <a:ext uri="{FF2B5EF4-FFF2-40B4-BE49-F238E27FC236}">
                <a16:creationId xmlns:a16="http://schemas.microsoft.com/office/drawing/2014/main" id="{99296A21-DF62-72CF-E32E-E83A5CAACE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550687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80030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7C2259-7C12-B016-28CD-C8E9AB7C9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r>
              <a:rPr lang="hu-HU" sz="3400"/>
              <a:t>Projekt bemutatása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475056-B0EB-44BE-8568-61ABEFB2E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C8E2EC-73A4-48C2-B4D7-D7726BD90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2ABBDC-7A44-4AE8-A04F-B5495481B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2071A57E-5909-2F7D-D618-410C53AC4E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8505038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7833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6FB4163-1FC5-5F22-A6CB-A93DC134B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45" y="5546162"/>
            <a:ext cx="6661702" cy="953611"/>
          </a:xfrm>
        </p:spPr>
        <p:txBody>
          <a:bodyPr anchor="ctr">
            <a:normAutofit/>
          </a:bodyPr>
          <a:lstStyle/>
          <a:p>
            <a:r>
              <a:rPr lang="hu-HU" sz="4000"/>
              <a:t>Központ telephely</a:t>
            </a:r>
          </a:p>
        </p:txBody>
      </p:sp>
      <p:graphicFrame>
        <p:nvGraphicFramePr>
          <p:cNvPr id="8" name="Tartalom helye 2">
            <a:extLst>
              <a:ext uri="{FF2B5EF4-FFF2-40B4-BE49-F238E27FC236}">
                <a16:creationId xmlns:a16="http://schemas.microsoft.com/office/drawing/2014/main" id="{8BB28F6F-0C25-7500-D086-1FB96E5F43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425327"/>
              </p:ext>
            </p:extLst>
          </p:nvPr>
        </p:nvGraphicFramePr>
        <p:xfrm>
          <a:off x="7578064" y="149891"/>
          <a:ext cx="4455611" cy="6561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Kép 3" descr="A képen képernyőkép, diagram, térkép, sor látható&#10;&#10;Lehet, hogy az AI által létrehozott tartalom helytelen.">
            <a:extLst>
              <a:ext uri="{FF2B5EF4-FFF2-40B4-BE49-F238E27FC236}">
                <a16:creationId xmlns:a16="http://schemas.microsoft.com/office/drawing/2014/main" id="{4749EBF8-965F-4058-0B8F-7D4CCCD8D6D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-1" b="3682"/>
          <a:stretch>
            <a:fillRect/>
          </a:stretch>
        </p:blipFill>
        <p:spPr>
          <a:xfrm>
            <a:off x="20" y="-1"/>
            <a:ext cx="7574488" cy="516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402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48F3636-4584-3C0C-E6EB-E016D240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hu-HU" sz="2800"/>
              <a:t>Fejlesztési és Innovációs Központ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405850-305A-107A-8E44-2DE207C54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hu-HU" sz="1400"/>
              <a:t>Használt technológiák:</a:t>
            </a:r>
          </a:p>
          <a:p>
            <a:pPr>
              <a:lnSpc>
                <a:spcPct val="90000"/>
              </a:lnSpc>
            </a:pPr>
            <a:r>
              <a:rPr lang="hu-HU" sz="1400"/>
              <a:t>Dhcp</a:t>
            </a:r>
          </a:p>
          <a:p>
            <a:pPr>
              <a:lnSpc>
                <a:spcPct val="90000"/>
              </a:lnSpc>
            </a:pPr>
            <a:r>
              <a:rPr lang="hu-HU" sz="1400"/>
              <a:t>Dhcp v6</a:t>
            </a:r>
          </a:p>
          <a:p>
            <a:pPr>
              <a:lnSpc>
                <a:spcPct val="90000"/>
              </a:lnSpc>
            </a:pPr>
            <a:r>
              <a:rPr lang="hu-HU" sz="1400"/>
              <a:t>Vlanok</a:t>
            </a:r>
          </a:p>
          <a:p>
            <a:pPr>
              <a:lnSpc>
                <a:spcPct val="90000"/>
              </a:lnSpc>
            </a:pPr>
            <a:r>
              <a:rPr lang="hu-HU" sz="1400"/>
              <a:t>ACL</a:t>
            </a:r>
          </a:p>
          <a:p>
            <a:pPr>
              <a:lnSpc>
                <a:spcPct val="90000"/>
              </a:lnSpc>
            </a:pPr>
            <a:r>
              <a:rPr lang="hu-HU" sz="1400"/>
              <a:t>Dual Stack</a:t>
            </a:r>
          </a:p>
          <a:p>
            <a:pPr>
              <a:lnSpc>
                <a:spcPct val="90000"/>
              </a:lnSpc>
            </a:pPr>
            <a:r>
              <a:rPr lang="hu-HU" sz="1400"/>
              <a:t>WLC WIFI</a:t>
            </a:r>
          </a:p>
          <a:p>
            <a:pPr>
              <a:lnSpc>
                <a:spcPct val="90000"/>
              </a:lnSpc>
            </a:pPr>
            <a:r>
              <a:rPr lang="hu-HU" sz="1400"/>
              <a:t>VPN</a:t>
            </a:r>
          </a:p>
          <a:p>
            <a:pPr>
              <a:lnSpc>
                <a:spcPct val="90000"/>
              </a:lnSpc>
            </a:pPr>
            <a:r>
              <a:rPr lang="hu-HU" sz="1400"/>
              <a:t>EIGRP</a:t>
            </a:r>
          </a:p>
          <a:p>
            <a:pPr>
              <a:lnSpc>
                <a:spcPct val="90000"/>
              </a:lnSpc>
            </a:pPr>
            <a:r>
              <a:rPr lang="hu-HU" sz="1400"/>
              <a:t>EIGRP for IPv6</a:t>
            </a:r>
          </a:p>
          <a:p>
            <a:pPr>
              <a:lnSpc>
                <a:spcPct val="90000"/>
              </a:lnSpc>
            </a:pPr>
            <a:endParaRPr lang="hu-HU" sz="1400"/>
          </a:p>
        </p:txBody>
      </p:sp>
      <p:pic>
        <p:nvPicPr>
          <p:cNvPr id="4" name="Kép 3" descr="A képen képernyőkép, diagram, Tervrajz, térkép látható&#10;&#10;Lehet, hogy az AI által létrehozott tartalom helytelen.">
            <a:extLst>
              <a:ext uri="{FF2B5EF4-FFF2-40B4-BE49-F238E27FC236}">
                <a16:creationId xmlns:a16="http://schemas.microsoft.com/office/drawing/2014/main" id="{322FF760-C8F7-8691-7C30-228BC632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820" r="11246" b="2"/>
          <a:stretch>
            <a:fillRect/>
          </a:stretch>
        </p:blipFill>
        <p:spPr>
          <a:xfrm>
            <a:off x="4630994" y="1143200"/>
            <a:ext cx="6916633" cy="4251558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3489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D1F0DD-8B12-A56F-D146-3F9859902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5" y="609600"/>
            <a:ext cx="5122606" cy="1905000"/>
          </a:xfrm>
        </p:spPr>
        <p:txBody>
          <a:bodyPr>
            <a:normAutofit/>
          </a:bodyPr>
          <a:lstStyle/>
          <a:p>
            <a:r>
              <a:rPr lang="hu-HU"/>
              <a:t>Mintavételi labor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3F44D74-5F55-0B32-7D99-A983593C1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0465" y="2666999"/>
            <a:ext cx="5122606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Használt technológiák:</a:t>
            </a:r>
          </a:p>
          <a:p>
            <a:r>
              <a:rPr lang="hu-HU"/>
              <a:t>DHCP</a:t>
            </a:r>
          </a:p>
          <a:p>
            <a:r>
              <a:rPr lang="hu-HU"/>
              <a:t>WLC WiFi</a:t>
            </a:r>
          </a:p>
          <a:p>
            <a:r>
              <a:rPr lang="hu-HU"/>
              <a:t>DHCP Snooping</a:t>
            </a:r>
          </a:p>
          <a:p>
            <a:r>
              <a:rPr lang="hu-HU"/>
              <a:t>Port Security</a:t>
            </a:r>
          </a:p>
          <a:p>
            <a:r>
              <a:rPr lang="hu-HU"/>
              <a:t>PVST</a:t>
            </a:r>
          </a:p>
          <a:p>
            <a:endParaRPr lang="hu-HU"/>
          </a:p>
          <a:p>
            <a:endParaRPr lang="hu-HU"/>
          </a:p>
        </p:txBody>
      </p:sp>
      <p:pic>
        <p:nvPicPr>
          <p:cNvPr id="4" name="Kép 3" descr="A képen diagram, szöveg, kör, illusztráció látható&#10;&#10;Lehet, hogy az AI által létrehozott tartalom helytelen.">
            <a:extLst>
              <a:ext uri="{FF2B5EF4-FFF2-40B4-BE49-F238E27FC236}">
                <a16:creationId xmlns:a16="http://schemas.microsoft.com/office/drawing/2014/main" id="{A84D064B-645F-9CFA-B5C2-BF6C09536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2" y="1667564"/>
            <a:ext cx="5451627" cy="3202830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3196767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64CAC7-E2FA-F934-8B75-C3A351AB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192" y="609600"/>
            <a:ext cx="3643674" cy="1905000"/>
          </a:xfrm>
        </p:spPr>
        <p:txBody>
          <a:bodyPr>
            <a:normAutofit/>
          </a:bodyPr>
          <a:lstStyle/>
          <a:p>
            <a:r>
              <a:rPr lang="hu-HU" sz="2200"/>
              <a:t>Internetszolgáltatók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637397-8F7A-5990-50B0-A0DE1A1A4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192" y="2666999"/>
            <a:ext cx="3643674" cy="32162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z="1800"/>
              <a:t>ISP-k által használt technológiák:</a:t>
            </a:r>
          </a:p>
          <a:p>
            <a:r>
              <a:rPr lang="hu-HU" sz="1800"/>
              <a:t>EIGRP</a:t>
            </a:r>
          </a:p>
          <a:p>
            <a:r>
              <a:rPr lang="hu-HU" sz="1800"/>
              <a:t>EIGRP for IPv6</a:t>
            </a:r>
          </a:p>
          <a:p>
            <a:r>
              <a:rPr lang="hu-HU" sz="1800"/>
              <a:t>Dual stack</a:t>
            </a:r>
          </a:p>
          <a:p>
            <a:endParaRPr lang="hu-HU" sz="1800"/>
          </a:p>
        </p:txBody>
      </p:sp>
      <p:pic>
        <p:nvPicPr>
          <p:cNvPr id="4" name="Kép 3" descr="A képen sor, diagram, képernyőkép látható&#10;&#10;Lehet, hogy az AI által létrehozott tartalom helytelen.">
            <a:extLst>
              <a:ext uri="{FF2B5EF4-FFF2-40B4-BE49-F238E27FC236}">
                <a16:creationId xmlns:a16="http://schemas.microsoft.com/office/drawing/2014/main" id="{DFE3FAD4-5752-4174-4414-D19FCC81F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994" y="2006694"/>
            <a:ext cx="6916633" cy="2524570"/>
          </a:xfrm>
          <a:prstGeom prst="roundRect">
            <a:avLst>
              <a:gd name="adj" fmla="val 3517"/>
            </a:avLst>
          </a:prstGeom>
          <a:ln w="38100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912675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CCC4FD-F72D-D55D-9D4B-0D56067CC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r>
              <a:rPr lang="hu-HU"/>
              <a:t>Megvalósítás közbeni problémák</a:t>
            </a:r>
          </a:p>
        </p:txBody>
      </p:sp>
      <p:graphicFrame>
        <p:nvGraphicFramePr>
          <p:cNvPr id="15" name="Tartalom helye 2">
            <a:extLst>
              <a:ext uri="{FF2B5EF4-FFF2-40B4-BE49-F238E27FC236}">
                <a16:creationId xmlns:a16="http://schemas.microsoft.com/office/drawing/2014/main" id="{2708664C-6306-614F-6CB1-78E86348B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653959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2721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9BA26BC-113C-4698-8859-A985C8324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A68B73B6-D77B-4B55-8538-206CEFD2A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96889" y="1846512"/>
            <a:ext cx="8998224" cy="3164976"/>
          </a:xfrm>
          <a:prstGeom prst="roundRect">
            <a:avLst>
              <a:gd name="adj" fmla="val 4629"/>
            </a:avLst>
          </a:prstGeom>
          <a:solidFill>
            <a:schemeClr val="bg2"/>
          </a:solidFill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innerShdw blurRad="63500" dist="508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E000130-DC20-511B-64A2-FE05EAA85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2007703"/>
            <a:ext cx="8676222" cy="18022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Kérdések</a:t>
            </a:r>
          </a:p>
        </p:txBody>
      </p:sp>
    </p:spTree>
    <p:extLst>
      <p:ext uri="{BB962C8B-B14F-4D97-AF65-F5344CB8AC3E}">
        <p14:creationId xmlns:p14="http://schemas.microsoft.com/office/powerpoint/2010/main" val="1110033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62164E-4528-40DB-BC26-D6DDE216A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363D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F30007FA-C6A2-43A0-8045-7016AEF81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322895"/>
          </a:xfrm>
          <a:custGeom>
            <a:avLst/>
            <a:gdLst>
              <a:gd name="connsiteX0" fmla="*/ 0 w 12192000"/>
              <a:gd name="connsiteY0" fmla="*/ 0 h 5322895"/>
              <a:gd name="connsiteX1" fmla="*/ 12192000 w 12192000"/>
              <a:gd name="connsiteY1" fmla="*/ 0 h 5322895"/>
              <a:gd name="connsiteX2" fmla="*/ 12192000 w 12192000"/>
              <a:gd name="connsiteY2" fmla="*/ 213719 h 5322895"/>
              <a:gd name="connsiteX3" fmla="*/ 12192000 w 12192000"/>
              <a:gd name="connsiteY3" fmla="*/ 471948 h 5322895"/>
              <a:gd name="connsiteX4" fmla="*/ 12192000 w 12192000"/>
              <a:gd name="connsiteY4" fmla="*/ 3571886 h 5322895"/>
              <a:gd name="connsiteX5" fmla="*/ 12192000 w 12192000"/>
              <a:gd name="connsiteY5" fmla="*/ 3753332 h 5322895"/>
              <a:gd name="connsiteX6" fmla="*/ 12192000 w 12192000"/>
              <a:gd name="connsiteY6" fmla="*/ 4806077 h 5322895"/>
              <a:gd name="connsiteX7" fmla="*/ 11957522 w 12192000"/>
              <a:gd name="connsiteY7" fmla="*/ 4849979 h 5322895"/>
              <a:gd name="connsiteX8" fmla="*/ 11679973 w 12192000"/>
              <a:gd name="connsiteY8" fmla="*/ 4899723 h 5322895"/>
              <a:gd name="connsiteX9" fmla="*/ 11401197 w 12192000"/>
              <a:gd name="connsiteY9" fmla="*/ 4948416 h 5322895"/>
              <a:gd name="connsiteX10" fmla="*/ 11121192 w 12192000"/>
              <a:gd name="connsiteY10" fmla="*/ 4990102 h 5322895"/>
              <a:gd name="connsiteX11" fmla="*/ 10842416 w 12192000"/>
              <a:gd name="connsiteY11" fmla="*/ 5032139 h 5322895"/>
              <a:gd name="connsiteX12" fmla="*/ 10562411 w 12192000"/>
              <a:gd name="connsiteY12" fmla="*/ 5071374 h 5322895"/>
              <a:gd name="connsiteX13" fmla="*/ 10286091 w 12192000"/>
              <a:gd name="connsiteY13" fmla="*/ 5105003 h 5322895"/>
              <a:gd name="connsiteX14" fmla="*/ 10006086 w 12192000"/>
              <a:gd name="connsiteY14" fmla="*/ 5136881 h 5322895"/>
              <a:gd name="connsiteX15" fmla="*/ 9727310 w 12192000"/>
              <a:gd name="connsiteY15" fmla="*/ 5165957 h 5322895"/>
              <a:gd name="connsiteX16" fmla="*/ 9453445 w 12192000"/>
              <a:gd name="connsiteY16" fmla="*/ 5191179 h 5322895"/>
              <a:gd name="connsiteX17" fmla="*/ 9175897 w 12192000"/>
              <a:gd name="connsiteY17" fmla="*/ 5216401 h 5322895"/>
              <a:gd name="connsiteX18" fmla="*/ 8902033 w 12192000"/>
              <a:gd name="connsiteY18" fmla="*/ 5237420 h 5322895"/>
              <a:gd name="connsiteX19" fmla="*/ 8628169 w 12192000"/>
              <a:gd name="connsiteY19" fmla="*/ 5253884 h 5322895"/>
              <a:gd name="connsiteX20" fmla="*/ 8355533 w 12192000"/>
              <a:gd name="connsiteY20" fmla="*/ 5271050 h 5322895"/>
              <a:gd name="connsiteX21" fmla="*/ 8085353 w 12192000"/>
              <a:gd name="connsiteY21" fmla="*/ 5285412 h 5322895"/>
              <a:gd name="connsiteX22" fmla="*/ 7817629 w 12192000"/>
              <a:gd name="connsiteY22" fmla="*/ 5295571 h 5322895"/>
              <a:gd name="connsiteX23" fmla="*/ 7549905 w 12192000"/>
              <a:gd name="connsiteY23" fmla="*/ 5304329 h 5322895"/>
              <a:gd name="connsiteX24" fmla="*/ 7284638 w 12192000"/>
              <a:gd name="connsiteY24" fmla="*/ 5312736 h 5322895"/>
              <a:gd name="connsiteX25" fmla="*/ 7023055 w 12192000"/>
              <a:gd name="connsiteY25" fmla="*/ 5316590 h 5322895"/>
              <a:gd name="connsiteX26" fmla="*/ 6761472 w 12192000"/>
              <a:gd name="connsiteY26" fmla="*/ 5320793 h 5322895"/>
              <a:gd name="connsiteX27" fmla="*/ 6503573 w 12192000"/>
              <a:gd name="connsiteY27" fmla="*/ 5322895 h 5322895"/>
              <a:gd name="connsiteX28" fmla="*/ 6248130 w 12192000"/>
              <a:gd name="connsiteY28" fmla="*/ 5320793 h 5322895"/>
              <a:gd name="connsiteX29" fmla="*/ 5995144 w 12192000"/>
              <a:gd name="connsiteY29" fmla="*/ 5320793 h 5322895"/>
              <a:gd name="connsiteX30" fmla="*/ 5744613 w 12192000"/>
              <a:gd name="connsiteY30" fmla="*/ 5316590 h 5322895"/>
              <a:gd name="connsiteX31" fmla="*/ 5498995 w 12192000"/>
              <a:gd name="connsiteY31" fmla="*/ 5310284 h 5322895"/>
              <a:gd name="connsiteX32" fmla="*/ 5255834 w 12192000"/>
              <a:gd name="connsiteY32" fmla="*/ 5304329 h 5322895"/>
              <a:gd name="connsiteX33" fmla="*/ 5017584 w 12192000"/>
              <a:gd name="connsiteY33" fmla="*/ 5297673 h 5322895"/>
              <a:gd name="connsiteX34" fmla="*/ 4780562 w 12192000"/>
              <a:gd name="connsiteY34" fmla="*/ 5287514 h 5322895"/>
              <a:gd name="connsiteX35" fmla="*/ 4547227 w 12192000"/>
              <a:gd name="connsiteY35" fmla="*/ 5276654 h 5322895"/>
              <a:gd name="connsiteX36" fmla="*/ 4318800 w 12192000"/>
              <a:gd name="connsiteY36" fmla="*/ 5266846 h 5322895"/>
              <a:gd name="connsiteX37" fmla="*/ 3873004 w 12192000"/>
              <a:gd name="connsiteY37" fmla="*/ 5239171 h 5322895"/>
              <a:gd name="connsiteX38" fmla="*/ 3445628 w 12192000"/>
              <a:gd name="connsiteY38" fmla="*/ 5209746 h 5322895"/>
              <a:gd name="connsiteX39" fmla="*/ 3035446 w 12192000"/>
              <a:gd name="connsiteY39" fmla="*/ 5178918 h 5322895"/>
              <a:gd name="connsiteX40" fmla="*/ 2647370 w 12192000"/>
              <a:gd name="connsiteY40" fmla="*/ 5144939 h 5322895"/>
              <a:gd name="connsiteX41" fmla="*/ 2276487 w 12192000"/>
              <a:gd name="connsiteY41" fmla="*/ 5109557 h 5322895"/>
              <a:gd name="connsiteX42" fmla="*/ 1932621 w 12192000"/>
              <a:gd name="connsiteY42" fmla="*/ 5071374 h 5322895"/>
              <a:gd name="connsiteX43" fmla="*/ 1609634 w 12192000"/>
              <a:gd name="connsiteY43" fmla="*/ 5033891 h 5322895"/>
              <a:gd name="connsiteX44" fmla="*/ 1312435 w 12192000"/>
              <a:gd name="connsiteY44" fmla="*/ 4996408 h 5322895"/>
              <a:gd name="connsiteX45" fmla="*/ 1039799 w 12192000"/>
              <a:gd name="connsiteY45" fmla="*/ 4961027 h 5322895"/>
              <a:gd name="connsiteX46" fmla="*/ 797865 w 12192000"/>
              <a:gd name="connsiteY46" fmla="*/ 4927397 h 5322895"/>
              <a:gd name="connsiteX47" fmla="*/ 579265 w 12192000"/>
              <a:gd name="connsiteY47" fmla="*/ 4895519 h 5322895"/>
              <a:gd name="connsiteX48" fmla="*/ 395052 w 12192000"/>
              <a:gd name="connsiteY48" fmla="*/ 4868896 h 5322895"/>
              <a:gd name="connsiteX49" fmla="*/ 240312 w 12192000"/>
              <a:gd name="connsiteY49" fmla="*/ 4843673 h 5322895"/>
              <a:gd name="connsiteX50" fmla="*/ 27853 w 12192000"/>
              <a:gd name="connsiteY50" fmla="*/ 4807592 h 5322895"/>
              <a:gd name="connsiteX51" fmla="*/ 0 w 12192000"/>
              <a:gd name="connsiteY51" fmla="*/ 4802879 h 5322895"/>
              <a:gd name="connsiteX52" fmla="*/ 0 w 12192000"/>
              <a:gd name="connsiteY52" fmla="*/ 3753332 h 5322895"/>
              <a:gd name="connsiteX53" fmla="*/ 0 w 12192000"/>
              <a:gd name="connsiteY53" fmla="*/ 3571886 h 5322895"/>
              <a:gd name="connsiteX54" fmla="*/ 0 w 12192000"/>
              <a:gd name="connsiteY54" fmla="*/ 471948 h 5322895"/>
              <a:gd name="connsiteX55" fmla="*/ 0 w 12192000"/>
              <a:gd name="connsiteY55" fmla="*/ 213719 h 532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5322895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3571886"/>
                </a:lnTo>
                <a:lnTo>
                  <a:pt x="12192000" y="3753332"/>
                </a:lnTo>
                <a:lnTo>
                  <a:pt x="12192000" y="4806077"/>
                </a:lnTo>
                <a:lnTo>
                  <a:pt x="11957522" y="4849979"/>
                </a:lnTo>
                <a:lnTo>
                  <a:pt x="11679973" y="4899723"/>
                </a:lnTo>
                <a:lnTo>
                  <a:pt x="11401197" y="4948416"/>
                </a:lnTo>
                <a:lnTo>
                  <a:pt x="11121192" y="4990102"/>
                </a:lnTo>
                <a:lnTo>
                  <a:pt x="10842416" y="5032139"/>
                </a:lnTo>
                <a:lnTo>
                  <a:pt x="10562411" y="5071374"/>
                </a:lnTo>
                <a:lnTo>
                  <a:pt x="10286091" y="5105003"/>
                </a:lnTo>
                <a:lnTo>
                  <a:pt x="10006086" y="5136881"/>
                </a:lnTo>
                <a:lnTo>
                  <a:pt x="9727310" y="5165957"/>
                </a:lnTo>
                <a:lnTo>
                  <a:pt x="9453445" y="5191179"/>
                </a:lnTo>
                <a:lnTo>
                  <a:pt x="9175897" y="5216401"/>
                </a:lnTo>
                <a:lnTo>
                  <a:pt x="8902033" y="5237420"/>
                </a:lnTo>
                <a:lnTo>
                  <a:pt x="8628169" y="5253884"/>
                </a:lnTo>
                <a:lnTo>
                  <a:pt x="8355533" y="5271050"/>
                </a:lnTo>
                <a:lnTo>
                  <a:pt x="8085353" y="5285412"/>
                </a:lnTo>
                <a:lnTo>
                  <a:pt x="7817629" y="5295571"/>
                </a:lnTo>
                <a:lnTo>
                  <a:pt x="7549905" y="5304329"/>
                </a:lnTo>
                <a:lnTo>
                  <a:pt x="7284638" y="5312736"/>
                </a:lnTo>
                <a:lnTo>
                  <a:pt x="7023055" y="5316590"/>
                </a:lnTo>
                <a:lnTo>
                  <a:pt x="6761472" y="5320793"/>
                </a:lnTo>
                <a:lnTo>
                  <a:pt x="6503573" y="5322895"/>
                </a:lnTo>
                <a:lnTo>
                  <a:pt x="6248130" y="5320793"/>
                </a:lnTo>
                <a:lnTo>
                  <a:pt x="5995144" y="5320793"/>
                </a:lnTo>
                <a:lnTo>
                  <a:pt x="5744613" y="5316590"/>
                </a:lnTo>
                <a:lnTo>
                  <a:pt x="5498995" y="5310284"/>
                </a:lnTo>
                <a:lnTo>
                  <a:pt x="5255834" y="5304329"/>
                </a:lnTo>
                <a:lnTo>
                  <a:pt x="5017584" y="5297673"/>
                </a:lnTo>
                <a:lnTo>
                  <a:pt x="4780562" y="5287514"/>
                </a:lnTo>
                <a:lnTo>
                  <a:pt x="4547227" y="5276654"/>
                </a:lnTo>
                <a:lnTo>
                  <a:pt x="4318800" y="5266846"/>
                </a:lnTo>
                <a:lnTo>
                  <a:pt x="3873004" y="5239171"/>
                </a:lnTo>
                <a:lnTo>
                  <a:pt x="3445628" y="5209746"/>
                </a:lnTo>
                <a:lnTo>
                  <a:pt x="3035446" y="5178918"/>
                </a:lnTo>
                <a:lnTo>
                  <a:pt x="2647370" y="5144939"/>
                </a:lnTo>
                <a:lnTo>
                  <a:pt x="2276487" y="5109557"/>
                </a:lnTo>
                <a:lnTo>
                  <a:pt x="1932621" y="5071374"/>
                </a:lnTo>
                <a:lnTo>
                  <a:pt x="1609634" y="5033891"/>
                </a:lnTo>
                <a:lnTo>
                  <a:pt x="1312435" y="4996408"/>
                </a:lnTo>
                <a:lnTo>
                  <a:pt x="1039799" y="4961027"/>
                </a:lnTo>
                <a:lnTo>
                  <a:pt x="797865" y="4927397"/>
                </a:lnTo>
                <a:lnTo>
                  <a:pt x="579265" y="4895519"/>
                </a:lnTo>
                <a:lnTo>
                  <a:pt x="395052" y="4868896"/>
                </a:lnTo>
                <a:lnTo>
                  <a:pt x="240312" y="4843673"/>
                </a:lnTo>
                <a:lnTo>
                  <a:pt x="27853" y="4807592"/>
                </a:lnTo>
                <a:lnTo>
                  <a:pt x="0" y="4802879"/>
                </a:lnTo>
                <a:lnTo>
                  <a:pt x="0" y="3753332"/>
                </a:lnTo>
                <a:lnTo>
                  <a:pt x="0" y="3571886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83DB3B3-1130-B8D9-F0BC-AF7FA7429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865974"/>
            <a:ext cx="8676222" cy="36438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253591414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Szélesvásznú</PresentationFormat>
  <Slides>10</Slides>
  <Notes>0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1" baseType="lpstr">
      <vt:lpstr>Mesh</vt:lpstr>
      <vt:lpstr>Kutatóbázis Projekt</vt:lpstr>
      <vt:lpstr>Rólunk (Ping of BÁG)</vt:lpstr>
      <vt:lpstr>Projekt bemutatása</vt:lpstr>
      <vt:lpstr>Központ telephely</vt:lpstr>
      <vt:lpstr>Fejlesztési és Innovációs Központ</vt:lpstr>
      <vt:lpstr>Mintavételi labor</vt:lpstr>
      <vt:lpstr>Internetszolgáltatók</vt:lpstr>
      <vt:lpstr>Megvalósítás közbeni problémák</vt:lpstr>
      <vt:lpstr>Kérdések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2026-04-26T20:13:37Z</dcterms:created>
  <dcterms:modified xsi:type="dcterms:W3CDTF">2026-04-26T22:34:01Z</dcterms:modified>
</cp:coreProperties>
</file>